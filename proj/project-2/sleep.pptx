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57" r:id="rId3"/>
    <p:sldId id="260" r:id="rId4"/>
    <p:sldId id="264" r:id="rId5"/>
    <p:sldId id="261" r:id="rId6"/>
    <p:sldId id="265" r:id="rId7"/>
    <p:sldId id="266" r:id="rId8"/>
    <p:sldId id="267" r:id="rId9"/>
    <p:sldId id="268" r:id="rId10"/>
    <p:sldId id="269" r:id="rId11"/>
    <p:sldId id="270" r:id="rId12"/>
    <p:sldId id="262" r:id="rId13"/>
    <p:sldId id="271" r:id="rId14"/>
    <p:sldId id="273" r:id="rId15"/>
    <p:sldId id="274" r:id="rId16"/>
    <p:sldId id="275" r:id="rId17"/>
    <p:sldId id="276" r:id="rId18"/>
    <p:sldId id="278" r:id="rId19"/>
    <p:sldId id="279" r:id="rId20"/>
    <p:sldId id="263" r:id="rId21"/>
    <p:sldId id="277" r:id="rId22"/>
    <p:sldId id="280" r:id="rId23"/>
    <p:sldId id="25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96" autoAdjust="0"/>
  </p:normalViewPr>
  <p:slideViewPr>
    <p:cSldViewPr snapToGrid="0">
      <p:cViewPr varScale="1">
        <p:scale>
          <a:sx n="101" d="100"/>
          <a:sy n="101" d="100"/>
        </p:scale>
        <p:origin x="12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EED30E-4494-4A9A-902C-7E8F1D76DE11}" type="doc">
      <dgm:prSet loTypeId="urn:microsoft.com/office/officeart/2005/8/layout/process5" loCatId="process" qsTypeId="urn:microsoft.com/office/officeart/2005/8/quickstyle/simple2" qsCatId="simple" csTypeId="urn:microsoft.com/office/officeart/2005/8/colors/accent1_2" csCatId="accent1" phldr="1"/>
      <dgm:spPr/>
    </dgm:pt>
    <dgm:pt modelId="{77BCACE4-98B2-46A1-A05E-AF13483E33B7}">
      <dgm:prSet phldrT="[文本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zh-CN" altLang="en-US" dirty="0"/>
            <a:t>原始时间序列数据</a:t>
          </a:r>
          <a:endParaRPr lang="LID4096" dirty="0"/>
        </a:p>
      </dgm:t>
    </dgm:pt>
    <dgm:pt modelId="{3EE46A4E-A7B8-416F-8DC2-03D41AF42B60}" type="parTrans" cxnId="{3C1C3FCF-9A7C-4F3D-9DBA-BB4ECBF3F079}">
      <dgm:prSet/>
      <dgm:spPr/>
      <dgm:t>
        <a:bodyPr/>
        <a:lstStyle/>
        <a:p>
          <a:endParaRPr lang="LID4096"/>
        </a:p>
      </dgm:t>
    </dgm:pt>
    <dgm:pt modelId="{2B8B2C08-E07A-4E09-9B7C-E4CB9AB9F83B}" type="sibTrans" cxnId="{3C1C3FCF-9A7C-4F3D-9DBA-BB4ECBF3F079}">
      <dgm:prSet/>
      <dgm:spPr/>
      <dgm:t>
        <a:bodyPr/>
        <a:lstStyle/>
        <a:p>
          <a:endParaRPr lang="LID4096"/>
        </a:p>
      </dgm:t>
    </dgm:pt>
    <dgm:pt modelId="{1846FCB1-37D6-4EB9-A3FC-39F9350E818B}">
      <dgm:prSet phldrT="[文本]"/>
      <dgm:spPr/>
      <dgm:t>
        <a:bodyPr/>
        <a:lstStyle/>
        <a:p>
          <a:r>
            <a:rPr lang="zh-CN" altLang="en-US" dirty="0"/>
            <a:t>特征工程</a:t>
          </a:r>
          <a:endParaRPr lang="LID4096" dirty="0"/>
        </a:p>
      </dgm:t>
    </dgm:pt>
    <dgm:pt modelId="{8D919349-B280-42E2-8FD1-8B05B186DFAE}" type="parTrans" cxnId="{82E41F1C-8598-4A7D-9959-0CC0C970777B}">
      <dgm:prSet/>
      <dgm:spPr/>
      <dgm:t>
        <a:bodyPr/>
        <a:lstStyle/>
        <a:p>
          <a:endParaRPr lang="LID4096"/>
        </a:p>
      </dgm:t>
    </dgm:pt>
    <dgm:pt modelId="{96010D2F-AD16-4C31-B0C0-A7587D60FE42}" type="sibTrans" cxnId="{82E41F1C-8598-4A7D-9959-0CC0C970777B}">
      <dgm:prSet/>
      <dgm:spPr/>
      <dgm:t>
        <a:bodyPr/>
        <a:lstStyle/>
        <a:p>
          <a:endParaRPr lang="LID4096"/>
        </a:p>
      </dgm:t>
    </dgm:pt>
    <dgm:pt modelId="{F3473FA5-2B16-4BC3-99B6-01B53D3D1757}">
      <dgm:prSet phldrT="[文本]"/>
      <dgm:spPr/>
      <dgm:t>
        <a:bodyPr/>
        <a:lstStyle/>
        <a:p>
          <a:r>
            <a:rPr lang="zh-CN" altLang="en-US" dirty="0"/>
            <a:t>构造软标签</a:t>
          </a:r>
          <a:endParaRPr lang="LID4096" dirty="0"/>
        </a:p>
      </dgm:t>
    </dgm:pt>
    <dgm:pt modelId="{5D33712A-077E-4C3E-9DFD-584968AF0A91}" type="parTrans" cxnId="{DE1199FB-BD4C-4726-BF55-C7246BC6C061}">
      <dgm:prSet/>
      <dgm:spPr/>
      <dgm:t>
        <a:bodyPr/>
        <a:lstStyle/>
        <a:p>
          <a:endParaRPr lang="LID4096"/>
        </a:p>
      </dgm:t>
    </dgm:pt>
    <dgm:pt modelId="{A2988B00-5941-40BF-A085-BCDEA44FCE88}" type="sibTrans" cxnId="{DE1199FB-BD4C-4726-BF55-C7246BC6C061}">
      <dgm:prSet/>
      <dgm:spPr/>
      <dgm:t>
        <a:bodyPr/>
        <a:lstStyle/>
        <a:p>
          <a:endParaRPr lang="LID4096"/>
        </a:p>
      </dgm:t>
    </dgm:pt>
    <dgm:pt modelId="{5F578E9B-1833-40B8-884E-D8F15470230B}">
      <dgm:prSet phldrT="[文本]"/>
      <dgm:spPr/>
      <dgm:t>
        <a:bodyPr/>
        <a:lstStyle/>
        <a:p>
          <a:r>
            <a:rPr lang="zh-CN" altLang="en-US" dirty="0"/>
            <a:t>窗口切分</a:t>
          </a:r>
          <a:endParaRPr lang="LID4096" dirty="0"/>
        </a:p>
      </dgm:t>
    </dgm:pt>
    <dgm:pt modelId="{F87F0B89-DB44-428A-821B-324541AE83F9}" type="parTrans" cxnId="{D155DDF0-EEA6-42EA-BED5-2F917DD096EE}">
      <dgm:prSet/>
      <dgm:spPr/>
      <dgm:t>
        <a:bodyPr/>
        <a:lstStyle/>
        <a:p>
          <a:endParaRPr lang="LID4096"/>
        </a:p>
      </dgm:t>
    </dgm:pt>
    <dgm:pt modelId="{AA94F725-AD44-4F33-8CC3-CBD78D1BF435}" type="sibTrans" cxnId="{D155DDF0-EEA6-42EA-BED5-2F917DD096EE}">
      <dgm:prSet/>
      <dgm:spPr/>
      <dgm:t>
        <a:bodyPr/>
        <a:lstStyle/>
        <a:p>
          <a:endParaRPr lang="LID4096"/>
        </a:p>
      </dgm:t>
    </dgm:pt>
    <dgm:pt modelId="{E7B741D9-CE55-457A-8571-A17BC63439E4}">
      <dgm:prSet phldrT="[文本]"/>
      <dgm:spPr/>
      <dgm:t>
        <a:bodyPr/>
        <a:lstStyle/>
        <a:p>
          <a:r>
            <a:rPr lang="en-US" dirty="0">
              <a:latin typeface="Consolas" panose="020B0609020204030204" pitchFamily="49" charset="0"/>
            </a:rPr>
            <a:t>1D U-Net + Conformer/Mamba-like </a:t>
          </a:r>
          <a:r>
            <a:rPr lang="zh-CN" altLang="en-US" dirty="0"/>
            <a:t>模型</a:t>
          </a:r>
          <a:endParaRPr lang="LID4096" dirty="0"/>
        </a:p>
      </dgm:t>
    </dgm:pt>
    <dgm:pt modelId="{F6E6AC8C-F3E8-4B3F-999B-21E4F3740D95}" type="parTrans" cxnId="{17F8D562-96EC-4620-AA8B-D9E37BC4054E}">
      <dgm:prSet/>
      <dgm:spPr/>
      <dgm:t>
        <a:bodyPr/>
        <a:lstStyle/>
        <a:p>
          <a:endParaRPr lang="LID4096"/>
        </a:p>
      </dgm:t>
    </dgm:pt>
    <dgm:pt modelId="{01E54506-DCAD-4E93-ADA2-AC3BEB67E0D7}" type="sibTrans" cxnId="{17F8D562-96EC-4620-AA8B-D9E37BC4054E}">
      <dgm:prSet/>
      <dgm:spPr/>
      <dgm:t>
        <a:bodyPr/>
        <a:lstStyle/>
        <a:p>
          <a:endParaRPr lang="LID4096"/>
        </a:p>
      </dgm:t>
    </dgm:pt>
    <dgm:pt modelId="{56C96F1E-AAA7-4A48-BA57-4DA8A4B2C502}">
      <dgm:prSet phldrT="[文本]"/>
      <dgm:spPr/>
      <dgm:t>
        <a:bodyPr/>
        <a:lstStyle/>
        <a:p>
          <a:r>
            <a:rPr lang="zh-CN" altLang="en-US" dirty="0"/>
            <a:t>逐 </a:t>
          </a:r>
          <a:r>
            <a:rPr lang="en-US" dirty="0">
              <a:latin typeface="Consolas" panose="020B0609020204030204" pitchFamily="49" charset="0"/>
            </a:rPr>
            <a:t>step</a:t>
          </a:r>
          <a:r>
            <a:rPr lang="en-US" dirty="0"/>
            <a:t> </a:t>
          </a:r>
          <a:r>
            <a:rPr lang="zh-CN" altLang="en-US" dirty="0"/>
            <a:t>输出事件概率</a:t>
          </a:r>
          <a:endParaRPr lang="LID4096" dirty="0"/>
        </a:p>
      </dgm:t>
    </dgm:pt>
    <dgm:pt modelId="{FE3F5A40-B5B0-4A98-B97C-9EF5BA10B9E2}" type="parTrans" cxnId="{2F287C93-AFE3-4776-8B1B-BDBB0299E433}">
      <dgm:prSet/>
      <dgm:spPr/>
      <dgm:t>
        <a:bodyPr/>
        <a:lstStyle/>
        <a:p>
          <a:endParaRPr lang="LID4096"/>
        </a:p>
      </dgm:t>
    </dgm:pt>
    <dgm:pt modelId="{23486452-ECA2-481B-9741-3DCBF8164B8F}" type="sibTrans" cxnId="{2F287C93-AFE3-4776-8B1B-BDBB0299E433}">
      <dgm:prSet/>
      <dgm:spPr/>
      <dgm:t>
        <a:bodyPr/>
        <a:lstStyle/>
        <a:p>
          <a:endParaRPr lang="LID4096"/>
        </a:p>
      </dgm:t>
    </dgm:pt>
    <dgm:pt modelId="{19B12CDD-E84F-451B-897F-D233ACE5F367}">
      <dgm:prSet phldrT="[文本]"/>
      <dgm:spPr/>
      <dgm:t>
        <a:bodyPr/>
        <a:lstStyle/>
        <a:p>
          <a:r>
            <a:rPr lang="zh-CN" altLang="en-US" dirty="0"/>
            <a:t>平滑 </a:t>
          </a:r>
          <a:r>
            <a:rPr lang="en-US" altLang="zh-CN" dirty="0"/>
            <a:t>+ </a:t>
          </a:r>
          <a:r>
            <a:rPr lang="zh-CN" altLang="en-US" dirty="0"/>
            <a:t>峰值检测 </a:t>
          </a:r>
          <a:r>
            <a:rPr lang="en-US" altLang="zh-CN" dirty="0"/>
            <a:t>+ </a:t>
          </a:r>
          <a:r>
            <a:rPr lang="zh-CN" altLang="en-US" dirty="0"/>
            <a:t>阈值筛选</a:t>
          </a:r>
          <a:endParaRPr lang="LID4096" dirty="0"/>
        </a:p>
      </dgm:t>
    </dgm:pt>
    <dgm:pt modelId="{8FC3BDAA-4BA7-4230-8235-48907A0E7A75}" type="parTrans" cxnId="{889A2BBD-AB0C-4EE9-9535-7D71998849F2}">
      <dgm:prSet/>
      <dgm:spPr/>
      <dgm:t>
        <a:bodyPr/>
        <a:lstStyle/>
        <a:p>
          <a:endParaRPr lang="LID4096"/>
        </a:p>
      </dgm:t>
    </dgm:pt>
    <dgm:pt modelId="{5E8C8BAC-2954-47AB-AE53-C8BDB5A91769}" type="sibTrans" cxnId="{889A2BBD-AB0C-4EE9-9535-7D71998849F2}">
      <dgm:prSet/>
      <dgm:spPr/>
      <dgm:t>
        <a:bodyPr/>
        <a:lstStyle/>
        <a:p>
          <a:endParaRPr lang="LID4096"/>
        </a:p>
      </dgm:t>
    </dgm:pt>
    <dgm:pt modelId="{C12C1913-AFF6-4508-BDD2-CD3ED6C304AF}">
      <dgm:prSet phldrT="[文本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dirty="0">
              <a:latin typeface="Consolas" panose="020B0609020204030204" pitchFamily="49" charset="0"/>
            </a:rPr>
            <a:t>submission.csv</a:t>
          </a:r>
          <a:endParaRPr lang="LID4096" dirty="0">
            <a:latin typeface="Consolas" panose="020B0609020204030204" pitchFamily="49" charset="0"/>
          </a:endParaRPr>
        </a:p>
      </dgm:t>
    </dgm:pt>
    <dgm:pt modelId="{5A043218-F816-48B7-8094-5BE5B19E5562}" type="parTrans" cxnId="{A40FF246-C09D-4611-AE12-45CDEABD9E2E}">
      <dgm:prSet/>
      <dgm:spPr/>
      <dgm:t>
        <a:bodyPr/>
        <a:lstStyle/>
        <a:p>
          <a:endParaRPr lang="LID4096"/>
        </a:p>
      </dgm:t>
    </dgm:pt>
    <dgm:pt modelId="{06C64C5A-1768-499D-8D84-AC9713BBF27A}" type="sibTrans" cxnId="{A40FF246-C09D-4611-AE12-45CDEABD9E2E}">
      <dgm:prSet/>
      <dgm:spPr/>
      <dgm:t>
        <a:bodyPr/>
        <a:lstStyle/>
        <a:p>
          <a:endParaRPr lang="LID4096"/>
        </a:p>
      </dgm:t>
    </dgm:pt>
    <dgm:pt modelId="{5064C08B-CE67-44B8-BAFA-531185066E36}" type="pres">
      <dgm:prSet presAssocID="{E9EED30E-4494-4A9A-902C-7E8F1D76DE11}" presName="diagram" presStyleCnt="0">
        <dgm:presLayoutVars>
          <dgm:dir/>
          <dgm:resizeHandles val="exact"/>
        </dgm:presLayoutVars>
      </dgm:prSet>
      <dgm:spPr/>
    </dgm:pt>
    <dgm:pt modelId="{FA7490C1-F5BB-4AC0-9BE9-5ADB9DAD7312}" type="pres">
      <dgm:prSet presAssocID="{77BCACE4-98B2-46A1-A05E-AF13483E33B7}" presName="node" presStyleLbl="node1" presStyleIdx="0" presStyleCnt="8">
        <dgm:presLayoutVars>
          <dgm:bulletEnabled val="1"/>
        </dgm:presLayoutVars>
      </dgm:prSet>
      <dgm:spPr/>
    </dgm:pt>
    <dgm:pt modelId="{68C83519-8B9B-4602-861A-EBD993928F8F}" type="pres">
      <dgm:prSet presAssocID="{2B8B2C08-E07A-4E09-9B7C-E4CB9AB9F83B}" presName="sibTrans" presStyleLbl="sibTrans2D1" presStyleIdx="0" presStyleCnt="7"/>
      <dgm:spPr/>
    </dgm:pt>
    <dgm:pt modelId="{86EC1669-1AE2-4B27-8720-93A5FF647002}" type="pres">
      <dgm:prSet presAssocID="{2B8B2C08-E07A-4E09-9B7C-E4CB9AB9F83B}" presName="connectorText" presStyleLbl="sibTrans2D1" presStyleIdx="0" presStyleCnt="7"/>
      <dgm:spPr/>
    </dgm:pt>
    <dgm:pt modelId="{2CEEB5E7-1513-48A4-B343-8624671350FC}" type="pres">
      <dgm:prSet presAssocID="{1846FCB1-37D6-4EB9-A3FC-39F9350E818B}" presName="node" presStyleLbl="node1" presStyleIdx="1" presStyleCnt="8">
        <dgm:presLayoutVars>
          <dgm:bulletEnabled val="1"/>
        </dgm:presLayoutVars>
      </dgm:prSet>
      <dgm:spPr/>
    </dgm:pt>
    <dgm:pt modelId="{22AA1140-9125-459F-8A68-8C76CF7709DC}" type="pres">
      <dgm:prSet presAssocID="{96010D2F-AD16-4C31-B0C0-A7587D60FE42}" presName="sibTrans" presStyleLbl="sibTrans2D1" presStyleIdx="1" presStyleCnt="7"/>
      <dgm:spPr/>
    </dgm:pt>
    <dgm:pt modelId="{88F19D28-82EE-458D-8DAE-5FC62F413C25}" type="pres">
      <dgm:prSet presAssocID="{96010D2F-AD16-4C31-B0C0-A7587D60FE42}" presName="connectorText" presStyleLbl="sibTrans2D1" presStyleIdx="1" presStyleCnt="7"/>
      <dgm:spPr/>
    </dgm:pt>
    <dgm:pt modelId="{2CB8EE57-C80C-4D06-9DC7-E765C80C03FB}" type="pres">
      <dgm:prSet presAssocID="{F3473FA5-2B16-4BC3-99B6-01B53D3D1757}" presName="node" presStyleLbl="node1" presStyleIdx="2" presStyleCnt="8">
        <dgm:presLayoutVars>
          <dgm:bulletEnabled val="1"/>
        </dgm:presLayoutVars>
      </dgm:prSet>
      <dgm:spPr/>
    </dgm:pt>
    <dgm:pt modelId="{A9FA5FB2-5CA0-4E3A-9B3F-B3A716F7A232}" type="pres">
      <dgm:prSet presAssocID="{A2988B00-5941-40BF-A085-BCDEA44FCE88}" presName="sibTrans" presStyleLbl="sibTrans2D1" presStyleIdx="2" presStyleCnt="7"/>
      <dgm:spPr/>
    </dgm:pt>
    <dgm:pt modelId="{FA5426EA-5CC3-439D-92CC-4DF3D1516378}" type="pres">
      <dgm:prSet presAssocID="{A2988B00-5941-40BF-A085-BCDEA44FCE88}" presName="connectorText" presStyleLbl="sibTrans2D1" presStyleIdx="2" presStyleCnt="7"/>
      <dgm:spPr/>
    </dgm:pt>
    <dgm:pt modelId="{55E27788-4E1A-4D93-976D-3B6C08FB872A}" type="pres">
      <dgm:prSet presAssocID="{5F578E9B-1833-40B8-884E-D8F15470230B}" presName="node" presStyleLbl="node1" presStyleIdx="3" presStyleCnt="8">
        <dgm:presLayoutVars>
          <dgm:bulletEnabled val="1"/>
        </dgm:presLayoutVars>
      </dgm:prSet>
      <dgm:spPr/>
    </dgm:pt>
    <dgm:pt modelId="{99BCDAF2-5A29-41D4-91A3-0673E480C08F}" type="pres">
      <dgm:prSet presAssocID="{AA94F725-AD44-4F33-8CC3-CBD78D1BF435}" presName="sibTrans" presStyleLbl="sibTrans2D1" presStyleIdx="3" presStyleCnt="7"/>
      <dgm:spPr/>
    </dgm:pt>
    <dgm:pt modelId="{2E123AE1-D083-4DF7-8481-1EC6804B1925}" type="pres">
      <dgm:prSet presAssocID="{AA94F725-AD44-4F33-8CC3-CBD78D1BF435}" presName="connectorText" presStyleLbl="sibTrans2D1" presStyleIdx="3" presStyleCnt="7"/>
      <dgm:spPr/>
    </dgm:pt>
    <dgm:pt modelId="{5F216D77-E5F3-4A77-807C-ADC01788A610}" type="pres">
      <dgm:prSet presAssocID="{E7B741D9-CE55-457A-8571-A17BC63439E4}" presName="node" presStyleLbl="node1" presStyleIdx="4" presStyleCnt="8">
        <dgm:presLayoutVars>
          <dgm:bulletEnabled val="1"/>
        </dgm:presLayoutVars>
      </dgm:prSet>
      <dgm:spPr/>
    </dgm:pt>
    <dgm:pt modelId="{62E886B8-468F-4B69-8BB2-37A9C7D58508}" type="pres">
      <dgm:prSet presAssocID="{01E54506-DCAD-4E93-ADA2-AC3BEB67E0D7}" presName="sibTrans" presStyleLbl="sibTrans2D1" presStyleIdx="4" presStyleCnt="7"/>
      <dgm:spPr/>
    </dgm:pt>
    <dgm:pt modelId="{E8FE66F4-2FBF-4663-A9E5-26D87A978B2D}" type="pres">
      <dgm:prSet presAssocID="{01E54506-DCAD-4E93-ADA2-AC3BEB67E0D7}" presName="connectorText" presStyleLbl="sibTrans2D1" presStyleIdx="4" presStyleCnt="7"/>
      <dgm:spPr/>
    </dgm:pt>
    <dgm:pt modelId="{184DC3BC-DCC8-406A-81DB-EA67C2DF9386}" type="pres">
      <dgm:prSet presAssocID="{56C96F1E-AAA7-4A48-BA57-4DA8A4B2C502}" presName="node" presStyleLbl="node1" presStyleIdx="5" presStyleCnt="8">
        <dgm:presLayoutVars>
          <dgm:bulletEnabled val="1"/>
        </dgm:presLayoutVars>
      </dgm:prSet>
      <dgm:spPr/>
    </dgm:pt>
    <dgm:pt modelId="{7F679033-4102-4AF2-93C4-29C31D74442B}" type="pres">
      <dgm:prSet presAssocID="{23486452-ECA2-481B-9741-3DCBF8164B8F}" presName="sibTrans" presStyleLbl="sibTrans2D1" presStyleIdx="5" presStyleCnt="7"/>
      <dgm:spPr/>
    </dgm:pt>
    <dgm:pt modelId="{66EF6DFF-4E78-4549-98F0-B332E5FE895D}" type="pres">
      <dgm:prSet presAssocID="{23486452-ECA2-481B-9741-3DCBF8164B8F}" presName="connectorText" presStyleLbl="sibTrans2D1" presStyleIdx="5" presStyleCnt="7"/>
      <dgm:spPr/>
    </dgm:pt>
    <dgm:pt modelId="{CCCE361F-17A6-4618-B8A6-8548FE46F803}" type="pres">
      <dgm:prSet presAssocID="{19B12CDD-E84F-451B-897F-D233ACE5F367}" presName="node" presStyleLbl="node1" presStyleIdx="6" presStyleCnt="8">
        <dgm:presLayoutVars>
          <dgm:bulletEnabled val="1"/>
        </dgm:presLayoutVars>
      </dgm:prSet>
      <dgm:spPr/>
    </dgm:pt>
    <dgm:pt modelId="{CEBFEED6-38F1-454C-B2DA-BED30662D455}" type="pres">
      <dgm:prSet presAssocID="{5E8C8BAC-2954-47AB-AE53-C8BDB5A91769}" presName="sibTrans" presStyleLbl="sibTrans2D1" presStyleIdx="6" presStyleCnt="7"/>
      <dgm:spPr/>
    </dgm:pt>
    <dgm:pt modelId="{779FE38C-EEFD-477E-91D4-268A1C974E9A}" type="pres">
      <dgm:prSet presAssocID="{5E8C8BAC-2954-47AB-AE53-C8BDB5A91769}" presName="connectorText" presStyleLbl="sibTrans2D1" presStyleIdx="6" presStyleCnt="7"/>
      <dgm:spPr/>
    </dgm:pt>
    <dgm:pt modelId="{3F26287B-47AB-466E-8278-E6EB50FC5A72}" type="pres">
      <dgm:prSet presAssocID="{C12C1913-AFF6-4508-BDD2-CD3ED6C304AF}" presName="node" presStyleLbl="node1" presStyleIdx="7" presStyleCnt="8">
        <dgm:presLayoutVars>
          <dgm:bulletEnabled val="1"/>
        </dgm:presLayoutVars>
      </dgm:prSet>
      <dgm:spPr/>
    </dgm:pt>
  </dgm:ptLst>
  <dgm:cxnLst>
    <dgm:cxn modelId="{FD99B600-DD9D-44A9-93A5-AB0EE3C64DA8}" type="presOf" srcId="{5E8C8BAC-2954-47AB-AE53-C8BDB5A91769}" destId="{CEBFEED6-38F1-454C-B2DA-BED30662D455}" srcOrd="0" destOrd="0" presId="urn:microsoft.com/office/officeart/2005/8/layout/process5"/>
    <dgm:cxn modelId="{FBB8390E-92ED-4526-821F-6899CF028D8A}" type="presOf" srcId="{96010D2F-AD16-4C31-B0C0-A7587D60FE42}" destId="{22AA1140-9125-459F-8A68-8C76CF7709DC}" srcOrd="0" destOrd="0" presId="urn:microsoft.com/office/officeart/2005/8/layout/process5"/>
    <dgm:cxn modelId="{C2537618-4D95-40DF-ACF4-43A43C6F1477}" type="presOf" srcId="{77BCACE4-98B2-46A1-A05E-AF13483E33B7}" destId="{FA7490C1-F5BB-4AC0-9BE9-5ADB9DAD7312}" srcOrd="0" destOrd="0" presId="urn:microsoft.com/office/officeart/2005/8/layout/process5"/>
    <dgm:cxn modelId="{82E41F1C-8598-4A7D-9959-0CC0C970777B}" srcId="{E9EED30E-4494-4A9A-902C-7E8F1D76DE11}" destId="{1846FCB1-37D6-4EB9-A3FC-39F9350E818B}" srcOrd="1" destOrd="0" parTransId="{8D919349-B280-42E2-8FD1-8B05B186DFAE}" sibTransId="{96010D2F-AD16-4C31-B0C0-A7587D60FE42}"/>
    <dgm:cxn modelId="{6814062C-E15D-4089-8FC0-E6CC50DB858B}" type="presOf" srcId="{2B8B2C08-E07A-4E09-9B7C-E4CB9AB9F83B}" destId="{68C83519-8B9B-4602-861A-EBD993928F8F}" srcOrd="0" destOrd="0" presId="urn:microsoft.com/office/officeart/2005/8/layout/process5"/>
    <dgm:cxn modelId="{2EA1122E-D4A1-4E5D-A497-CEDB43F90384}" type="presOf" srcId="{5E8C8BAC-2954-47AB-AE53-C8BDB5A91769}" destId="{779FE38C-EEFD-477E-91D4-268A1C974E9A}" srcOrd="1" destOrd="0" presId="urn:microsoft.com/office/officeart/2005/8/layout/process5"/>
    <dgm:cxn modelId="{3663C33A-03AD-4C06-BE03-BFAD3A6471DA}" type="presOf" srcId="{F3473FA5-2B16-4BC3-99B6-01B53D3D1757}" destId="{2CB8EE57-C80C-4D06-9DC7-E765C80C03FB}" srcOrd="0" destOrd="0" presId="urn:microsoft.com/office/officeart/2005/8/layout/process5"/>
    <dgm:cxn modelId="{17F8D562-96EC-4620-AA8B-D9E37BC4054E}" srcId="{E9EED30E-4494-4A9A-902C-7E8F1D76DE11}" destId="{E7B741D9-CE55-457A-8571-A17BC63439E4}" srcOrd="4" destOrd="0" parTransId="{F6E6AC8C-F3E8-4B3F-999B-21E4F3740D95}" sibTransId="{01E54506-DCAD-4E93-ADA2-AC3BEB67E0D7}"/>
    <dgm:cxn modelId="{6FB73066-6B0B-4B54-9430-900D3DD53EDF}" type="presOf" srcId="{C12C1913-AFF6-4508-BDD2-CD3ED6C304AF}" destId="{3F26287B-47AB-466E-8278-E6EB50FC5A72}" srcOrd="0" destOrd="0" presId="urn:microsoft.com/office/officeart/2005/8/layout/process5"/>
    <dgm:cxn modelId="{A40FF246-C09D-4611-AE12-45CDEABD9E2E}" srcId="{E9EED30E-4494-4A9A-902C-7E8F1D76DE11}" destId="{C12C1913-AFF6-4508-BDD2-CD3ED6C304AF}" srcOrd="7" destOrd="0" parTransId="{5A043218-F816-48B7-8094-5BE5B19E5562}" sibTransId="{06C64C5A-1768-499D-8D84-AC9713BBF27A}"/>
    <dgm:cxn modelId="{92E0B072-5361-43AF-8EBE-E2947D3A0297}" type="presOf" srcId="{19B12CDD-E84F-451B-897F-D233ACE5F367}" destId="{CCCE361F-17A6-4618-B8A6-8548FE46F803}" srcOrd="0" destOrd="0" presId="urn:microsoft.com/office/officeart/2005/8/layout/process5"/>
    <dgm:cxn modelId="{CA306D54-B44C-470E-87FD-5ED4044F06EA}" type="presOf" srcId="{1846FCB1-37D6-4EB9-A3FC-39F9350E818B}" destId="{2CEEB5E7-1513-48A4-B343-8624671350FC}" srcOrd="0" destOrd="0" presId="urn:microsoft.com/office/officeart/2005/8/layout/process5"/>
    <dgm:cxn modelId="{973BA857-5638-43C5-8E3E-248E8072B078}" type="presOf" srcId="{56C96F1E-AAA7-4A48-BA57-4DA8A4B2C502}" destId="{184DC3BC-DCC8-406A-81DB-EA67C2DF9386}" srcOrd="0" destOrd="0" presId="urn:microsoft.com/office/officeart/2005/8/layout/process5"/>
    <dgm:cxn modelId="{C4965C7F-B342-4EA3-8F6E-A2A2B9B3F342}" type="presOf" srcId="{A2988B00-5941-40BF-A085-BCDEA44FCE88}" destId="{A9FA5FB2-5CA0-4E3A-9B3F-B3A716F7A232}" srcOrd="0" destOrd="0" presId="urn:microsoft.com/office/officeart/2005/8/layout/process5"/>
    <dgm:cxn modelId="{2F287C93-AFE3-4776-8B1B-BDBB0299E433}" srcId="{E9EED30E-4494-4A9A-902C-7E8F1D76DE11}" destId="{56C96F1E-AAA7-4A48-BA57-4DA8A4B2C502}" srcOrd="5" destOrd="0" parTransId="{FE3F5A40-B5B0-4A98-B97C-9EF5BA10B9E2}" sibTransId="{23486452-ECA2-481B-9741-3DCBF8164B8F}"/>
    <dgm:cxn modelId="{FC38A597-2477-4451-A23A-5E38AD11397D}" type="presOf" srcId="{2B8B2C08-E07A-4E09-9B7C-E4CB9AB9F83B}" destId="{86EC1669-1AE2-4B27-8720-93A5FF647002}" srcOrd="1" destOrd="0" presId="urn:microsoft.com/office/officeart/2005/8/layout/process5"/>
    <dgm:cxn modelId="{6070749A-F56E-484E-8688-DFAC0692B009}" type="presOf" srcId="{5F578E9B-1833-40B8-884E-D8F15470230B}" destId="{55E27788-4E1A-4D93-976D-3B6C08FB872A}" srcOrd="0" destOrd="0" presId="urn:microsoft.com/office/officeart/2005/8/layout/process5"/>
    <dgm:cxn modelId="{6EF20A9B-5C36-489B-8B38-ADF0B0FC76ED}" type="presOf" srcId="{A2988B00-5941-40BF-A085-BCDEA44FCE88}" destId="{FA5426EA-5CC3-439D-92CC-4DF3D1516378}" srcOrd="1" destOrd="0" presId="urn:microsoft.com/office/officeart/2005/8/layout/process5"/>
    <dgm:cxn modelId="{E8538EA8-060C-4592-902F-47EE9B507690}" type="presOf" srcId="{AA94F725-AD44-4F33-8CC3-CBD78D1BF435}" destId="{99BCDAF2-5A29-41D4-91A3-0673E480C08F}" srcOrd="0" destOrd="0" presId="urn:microsoft.com/office/officeart/2005/8/layout/process5"/>
    <dgm:cxn modelId="{E579FBAD-B64F-4F3F-9915-324CB899DF99}" type="presOf" srcId="{96010D2F-AD16-4C31-B0C0-A7587D60FE42}" destId="{88F19D28-82EE-458D-8DAE-5FC62F413C25}" srcOrd="1" destOrd="0" presId="urn:microsoft.com/office/officeart/2005/8/layout/process5"/>
    <dgm:cxn modelId="{8C1076B8-49C9-4077-A821-179D299B695B}" type="presOf" srcId="{01E54506-DCAD-4E93-ADA2-AC3BEB67E0D7}" destId="{E8FE66F4-2FBF-4663-A9E5-26D87A978B2D}" srcOrd="1" destOrd="0" presId="urn:microsoft.com/office/officeart/2005/8/layout/process5"/>
    <dgm:cxn modelId="{9A05A7B8-801D-4BA2-8FDF-1970419B7985}" type="presOf" srcId="{E7B741D9-CE55-457A-8571-A17BC63439E4}" destId="{5F216D77-E5F3-4A77-807C-ADC01788A610}" srcOrd="0" destOrd="0" presId="urn:microsoft.com/office/officeart/2005/8/layout/process5"/>
    <dgm:cxn modelId="{4637DBB8-AD27-407E-B0F2-12B85E1498D8}" type="presOf" srcId="{23486452-ECA2-481B-9741-3DCBF8164B8F}" destId="{66EF6DFF-4E78-4549-98F0-B332E5FE895D}" srcOrd="1" destOrd="0" presId="urn:microsoft.com/office/officeart/2005/8/layout/process5"/>
    <dgm:cxn modelId="{435E55BA-C457-4B20-8B33-A7CACB8DA263}" type="presOf" srcId="{23486452-ECA2-481B-9741-3DCBF8164B8F}" destId="{7F679033-4102-4AF2-93C4-29C31D74442B}" srcOrd="0" destOrd="0" presId="urn:microsoft.com/office/officeart/2005/8/layout/process5"/>
    <dgm:cxn modelId="{889A2BBD-AB0C-4EE9-9535-7D71998849F2}" srcId="{E9EED30E-4494-4A9A-902C-7E8F1D76DE11}" destId="{19B12CDD-E84F-451B-897F-D233ACE5F367}" srcOrd="6" destOrd="0" parTransId="{8FC3BDAA-4BA7-4230-8235-48907A0E7A75}" sibTransId="{5E8C8BAC-2954-47AB-AE53-C8BDB5A91769}"/>
    <dgm:cxn modelId="{85BAC8BE-11A6-431A-AE30-B1023C7E92FF}" type="presOf" srcId="{01E54506-DCAD-4E93-ADA2-AC3BEB67E0D7}" destId="{62E886B8-468F-4B69-8BB2-37A9C7D58508}" srcOrd="0" destOrd="0" presId="urn:microsoft.com/office/officeart/2005/8/layout/process5"/>
    <dgm:cxn modelId="{204CF1C5-9330-4DB0-8C7C-1DA48A2DAF4E}" type="presOf" srcId="{AA94F725-AD44-4F33-8CC3-CBD78D1BF435}" destId="{2E123AE1-D083-4DF7-8481-1EC6804B1925}" srcOrd="1" destOrd="0" presId="urn:microsoft.com/office/officeart/2005/8/layout/process5"/>
    <dgm:cxn modelId="{3C1C3FCF-9A7C-4F3D-9DBA-BB4ECBF3F079}" srcId="{E9EED30E-4494-4A9A-902C-7E8F1D76DE11}" destId="{77BCACE4-98B2-46A1-A05E-AF13483E33B7}" srcOrd="0" destOrd="0" parTransId="{3EE46A4E-A7B8-416F-8DC2-03D41AF42B60}" sibTransId="{2B8B2C08-E07A-4E09-9B7C-E4CB9AB9F83B}"/>
    <dgm:cxn modelId="{86EABADA-87F2-4B34-9CF8-F23A6D0C46BE}" type="presOf" srcId="{E9EED30E-4494-4A9A-902C-7E8F1D76DE11}" destId="{5064C08B-CE67-44B8-BAFA-531185066E36}" srcOrd="0" destOrd="0" presId="urn:microsoft.com/office/officeart/2005/8/layout/process5"/>
    <dgm:cxn modelId="{D155DDF0-EEA6-42EA-BED5-2F917DD096EE}" srcId="{E9EED30E-4494-4A9A-902C-7E8F1D76DE11}" destId="{5F578E9B-1833-40B8-884E-D8F15470230B}" srcOrd="3" destOrd="0" parTransId="{F87F0B89-DB44-428A-821B-324541AE83F9}" sibTransId="{AA94F725-AD44-4F33-8CC3-CBD78D1BF435}"/>
    <dgm:cxn modelId="{DE1199FB-BD4C-4726-BF55-C7246BC6C061}" srcId="{E9EED30E-4494-4A9A-902C-7E8F1D76DE11}" destId="{F3473FA5-2B16-4BC3-99B6-01B53D3D1757}" srcOrd="2" destOrd="0" parTransId="{5D33712A-077E-4C3E-9DFD-584968AF0A91}" sibTransId="{A2988B00-5941-40BF-A085-BCDEA44FCE88}"/>
    <dgm:cxn modelId="{DE61E6D1-3F9E-42E2-8C26-6F9661E09CA7}" type="presParOf" srcId="{5064C08B-CE67-44B8-BAFA-531185066E36}" destId="{FA7490C1-F5BB-4AC0-9BE9-5ADB9DAD7312}" srcOrd="0" destOrd="0" presId="urn:microsoft.com/office/officeart/2005/8/layout/process5"/>
    <dgm:cxn modelId="{FF59D29E-24C0-470C-8795-2DDDD8F8B7D3}" type="presParOf" srcId="{5064C08B-CE67-44B8-BAFA-531185066E36}" destId="{68C83519-8B9B-4602-861A-EBD993928F8F}" srcOrd="1" destOrd="0" presId="urn:microsoft.com/office/officeart/2005/8/layout/process5"/>
    <dgm:cxn modelId="{3C81AE1D-9959-4584-91DF-80D016E74D2D}" type="presParOf" srcId="{68C83519-8B9B-4602-861A-EBD993928F8F}" destId="{86EC1669-1AE2-4B27-8720-93A5FF647002}" srcOrd="0" destOrd="0" presId="urn:microsoft.com/office/officeart/2005/8/layout/process5"/>
    <dgm:cxn modelId="{13AEF8D3-8801-4F2B-B97E-19BB7E3937A2}" type="presParOf" srcId="{5064C08B-CE67-44B8-BAFA-531185066E36}" destId="{2CEEB5E7-1513-48A4-B343-8624671350FC}" srcOrd="2" destOrd="0" presId="urn:microsoft.com/office/officeart/2005/8/layout/process5"/>
    <dgm:cxn modelId="{CAB71A08-170B-4BF6-8BC7-7DA810BE09E5}" type="presParOf" srcId="{5064C08B-CE67-44B8-BAFA-531185066E36}" destId="{22AA1140-9125-459F-8A68-8C76CF7709DC}" srcOrd="3" destOrd="0" presId="urn:microsoft.com/office/officeart/2005/8/layout/process5"/>
    <dgm:cxn modelId="{590E5709-5539-4440-827F-8BA09F1CA91F}" type="presParOf" srcId="{22AA1140-9125-459F-8A68-8C76CF7709DC}" destId="{88F19D28-82EE-458D-8DAE-5FC62F413C25}" srcOrd="0" destOrd="0" presId="urn:microsoft.com/office/officeart/2005/8/layout/process5"/>
    <dgm:cxn modelId="{00661535-1742-4F28-A0AE-F0FF2F0B39AA}" type="presParOf" srcId="{5064C08B-CE67-44B8-BAFA-531185066E36}" destId="{2CB8EE57-C80C-4D06-9DC7-E765C80C03FB}" srcOrd="4" destOrd="0" presId="urn:microsoft.com/office/officeart/2005/8/layout/process5"/>
    <dgm:cxn modelId="{B7464708-C9AE-4639-A387-CAAE72926729}" type="presParOf" srcId="{5064C08B-CE67-44B8-BAFA-531185066E36}" destId="{A9FA5FB2-5CA0-4E3A-9B3F-B3A716F7A232}" srcOrd="5" destOrd="0" presId="urn:microsoft.com/office/officeart/2005/8/layout/process5"/>
    <dgm:cxn modelId="{35D03A4D-3C3A-4128-A211-08B8D8148871}" type="presParOf" srcId="{A9FA5FB2-5CA0-4E3A-9B3F-B3A716F7A232}" destId="{FA5426EA-5CC3-439D-92CC-4DF3D1516378}" srcOrd="0" destOrd="0" presId="urn:microsoft.com/office/officeart/2005/8/layout/process5"/>
    <dgm:cxn modelId="{F10CE018-6599-4BE8-98B8-79A5AC683F53}" type="presParOf" srcId="{5064C08B-CE67-44B8-BAFA-531185066E36}" destId="{55E27788-4E1A-4D93-976D-3B6C08FB872A}" srcOrd="6" destOrd="0" presId="urn:microsoft.com/office/officeart/2005/8/layout/process5"/>
    <dgm:cxn modelId="{89AF1779-24ED-455B-A652-F6A89BE0FC3D}" type="presParOf" srcId="{5064C08B-CE67-44B8-BAFA-531185066E36}" destId="{99BCDAF2-5A29-41D4-91A3-0673E480C08F}" srcOrd="7" destOrd="0" presId="urn:microsoft.com/office/officeart/2005/8/layout/process5"/>
    <dgm:cxn modelId="{A9C2108A-0697-4935-AE83-7D674F2A93D6}" type="presParOf" srcId="{99BCDAF2-5A29-41D4-91A3-0673E480C08F}" destId="{2E123AE1-D083-4DF7-8481-1EC6804B1925}" srcOrd="0" destOrd="0" presId="urn:microsoft.com/office/officeart/2005/8/layout/process5"/>
    <dgm:cxn modelId="{E13BF365-808C-44F1-A9DB-180B0358DEC8}" type="presParOf" srcId="{5064C08B-CE67-44B8-BAFA-531185066E36}" destId="{5F216D77-E5F3-4A77-807C-ADC01788A610}" srcOrd="8" destOrd="0" presId="urn:microsoft.com/office/officeart/2005/8/layout/process5"/>
    <dgm:cxn modelId="{9F2E8D75-9E18-4B9B-A2A2-48B1CC7C200B}" type="presParOf" srcId="{5064C08B-CE67-44B8-BAFA-531185066E36}" destId="{62E886B8-468F-4B69-8BB2-37A9C7D58508}" srcOrd="9" destOrd="0" presId="urn:microsoft.com/office/officeart/2005/8/layout/process5"/>
    <dgm:cxn modelId="{1437D19C-2BF6-4FD5-B5EC-DA9AA57C5E90}" type="presParOf" srcId="{62E886B8-468F-4B69-8BB2-37A9C7D58508}" destId="{E8FE66F4-2FBF-4663-A9E5-26D87A978B2D}" srcOrd="0" destOrd="0" presId="urn:microsoft.com/office/officeart/2005/8/layout/process5"/>
    <dgm:cxn modelId="{2E9853ED-43F5-4F8A-9607-E7206DD417AE}" type="presParOf" srcId="{5064C08B-CE67-44B8-BAFA-531185066E36}" destId="{184DC3BC-DCC8-406A-81DB-EA67C2DF9386}" srcOrd="10" destOrd="0" presId="urn:microsoft.com/office/officeart/2005/8/layout/process5"/>
    <dgm:cxn modelId="{30253E7D-AEBD-48B6-ADB7-52A19439ADAA}" type="presParOf" srcId="{5064C08B-CE67-44B8-BAFA-531185066E36}" destId="{7F679033-4102-4AF2-93C4-29C31D74442B}" srcOrd="11" destOrd="0" presId="urn:microsoft.com/office/officeart/2005/8/layout/process5"/>
    <dgm:cxn modelId="{09FC7288-7F0C-4F43-B721-477A9F7271E3}" type="presParOf" srcId="{7F679033-4102-4AF2-93C4-29C31D74442B}" destId="{66EF6DFF-4E78-4549-98F0-B332E5FE895D}" srcOrd="0" destOrd="0" presId="urn:microsoft.com/office/officeart/2005/8/layout/process5"/>
    <dgm:cxn modelId="{A5B07C02-5FD4-4A8C-B67C-67459A982B0A}" type="presParOf" srcId="{5064C08B-CE67-44B8-BAFA-531185066E36}" destId="{CCCE361F-17A6-4618-B8A6-8548FE46F803}" srcOrd="12" destOrd="0" presId="urn:microsoft.com/office/officeart/2005/8/layout/process5"/>
    <dgm:cxn modelId="{65F751E2-E312-462F-9E9C-EE2C73F74899}" type="presParOf" srcId="{5064C08B-CE67-44B8-BAFA-531185066E36}" destId="{CEBFEED6-38F1-454C-B2DA-BED30662D455}" srcOrd="13" destOrd="0" presId="urn:microsoft.com/office/officeart/2005/8/layout/process5"/>
    <dgm:cxn modelId="{573816CE-D842-4784-82B5-2EFE6AB09198}" type="presParOf" srcId="{CEBFEED6-38F1-454C-B2DA-BED30662D455}" destId="{779FE38C-EEFD-477E-91D4-268A1C974E9A}" srcOrd="0" destOrd="0" presId="urn:microsoft.com/office/officeart/2005/8/layout/process5"/>
    <dgm:cxn modelId="{CEA870AC-8743-40A6-ABD8-9B5DE7881D59}" type="presParOf" srcId="{5064C08B-CE67-44B8-BAFA-531185066E36}" destId="{3F26287B-47AB-466E-8278-E6EB50FC5A72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53F260-8F7B-4D80-B47A-CE540626ADA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LID4096"/>
        </a:p>
      </dgm:t>
    </dgm:pt>
    <dgm:pt modelId="{4162803E-4221-4A84-92A1-08F2693B96E1}">
      <dgm:prSet phldrT="[文本]"/>
      <dgm:spPr/>
      <dgm:t>
        <a:bodyPr/>
        <a:lstStyle/>
        <a:p>
          <a:r>
            <a:rPr lang="zh-CN" altLang="en-US" dirty="0"/>
            <a:t>差分特征</a:t>
          </a:r>
          <a:endParaRPr lang="LID4096" dirty="0"/>
        </a:p>
      </dgm:t>
    </dgm:pt>
    <dgm:pt modelId="{F6D6261F-6A45-4D0D-A1FD-A2EAEAB44A45}" type="parTrans" cxnId="{FABDA5B7-A631-47C0-B113-ABEA55EB9629}">
      <dgm:prSet/>
      <dgm:spPr/>
      <dgm:t>
        <a:bodyPr/>
        <a:lstStyle/>
        <a:p>
          <a:endParaRPr lang="LID4096"/>
        </a:p>
      </dgm:t>
    </dgm:pt>
    <dgm:pt modelId="{ADDE7415-30C1-40AF-A5BC-EAD3A6A2B4D4}" type="sibTrans" cxnId="{FABDA5B7-A631-47C0-B113-ABEA55EB9629}">
      <dgm:prSet/>
      <dgm:spPr/>
      <dgm:t>
        <a:bodyPr/>
        <a:lstStyle/>
        <a:p>
          <a:endParaRPr lang="LID4096"/>
        </a:p>
      </dgm:t>
    </dgm:pt>
    <dgm:pt modelId="{58C81A79-2888-4A7A-AA31-7BB6CE71A324}">
      <dgm:prSet phldrT="[文本]"/>
      <dgm:spPr/>
      <dgm:t>
        <a:bodyPr/>
        <a:lstStyle/>
        <a:p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d_anglez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8AA99680-C405-436E-94D0-C2C1C724346A}" type="parTrans" cxnId="{3720F2A2-CB37-45AC-AA56-B53268201FC2}">
      <dgm:prSet/>
      <dgm:spPr/>
      <dgm:t>
        <a:bodyPr/>
        <a:lstStyle/>
        <a:p>
          <a:endParaRPr lang="LID4096"/>
        </a:p>
      </dgm:t>
    </dgm:pt>
    <dgm:pt modelId="{A23AAE95-600B-4450-8A3D-8EE137FA63E0}" type="sibTrans" cxnId="{3720F2A2-CB37-45AC-AA56-B53268201FC2}">
      <dgm:prSet/>
      <dgm:spPr/>
      <dgm:t>
        <a:bodyPr/>
        <a:lstStyle/>
        <a:p>
          <a:endParaRPr lang="LID4096"/>
        </a:p>
      </dgm:t>
    </dgm:pt>
    <dgm:pt modelId="{8B96A747-1226-4AB7-9613-EF43C3D03D27}">
      <dgm:prSet phldrT="[文本]"/>
      <dgm:spPr/>
      <dgm:t>
        <a:bodyPr/>
        <a:lstStyle/>
        <a:p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abs_d_anglez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9D4CBE18-03EF-405C-9E33-32E8BFFCC294}" type="parTrans" cxnId="{B0582562-B5A9-4C5C-8C13-1329FCA3998A}">
      <dgm:prSet/>
      <dgm:spPr/>
      <dgm:t>
        <a:bodyPr/>
        <a:lstStyle/>
        <a:p>
          <a:endParaRPr lang="LID4096"/>
        </a:p>
      </dgm:t>
    </dgm:pt>
    <dgm:pt modelId="{F3B3FFB8-6BA9-4156-A91F-F6A37E577DE0}" type="sibTrans" cxnId="{B0582562-B5A9-4C5C-8C13-1329FCA3998A}">
      <dgm:prSet/>
      <dgm:spPr/>
      <dgm:t>
        <a:bodyPr/>
        <a:lstStyle/>
        <a:p>
          <a:endParaRPr lang="LID4096"/>
        </a:p>
      </dgm:t>
    </dgm:pt>
    <dgm:pt modelId="{0E072509-8F9E-4797-A737-BCC5656E842E}">
      <dgm:prSet phldrT="[文本]"/>
      <dgm:spPr/>
      <dgm:t>
        <a:bodyPr/>
        <a:lstStyle/>
        <a:p>
          <a:r>
            <a:rPr lang="zh-CN" altLang="en-US" dirty="0"/>
            <a:t>窗口特征</a:t>
          </a:r>
          <a:endParaRPr lang="LID4096" dirty="0"/>
        </a:p>
      </dgm:t>
    </dgm:pt>
    <dgm:pt modelId="{D6F33045-0212-45D0-AD5C-572D7674C8C3}" type="parTrans" cxnId="{4E758FC4-6596-4BFD-9AE7-0208411A911A}">
      <dgm:prSet/>
      <dgm:spPr/>
      <dgm:t>
        <a:bodyPr/>
        <a:lstStyle/>
        <a:p>
          <a:endParaRPr lang="LID4096"/>
        </a:p>
      </dgm:t>
    </dgm:pt>
    <dgm:pt modelId="{6D2635AA-6BFE-4850-A5E2-04D61CE58353}" type="sibTrans" cxnId="{4E758FC4-6596-4BFD-9AE7-0208411A911A}">
      <dgm:prSet/>
      <dgm:spPr/>
      <dgm:t>
        <a:bodyPr/>
        <a:lstStyle/>
        <a:p>
          <a:endParaRPr lang="LID4096"/>
        </a:p>
      </dgm:t>
    </dgm:pt>
    <dgm:pt modelId="{A4A910C7-9515-48F0-BA10-E104C2F66CD1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anglez_mean_12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DFE2845B-B3F3-41DE-871A-3BE78773513B}" type="parTrans" cxnId="{578B2E20-ADE5-4643-B7D1-CD0A7DFADBB3}">
      <dgm:prSet/>
      <dgm:spPr/>
      <dgm:t>
        <a:bodyPr/>
        <a:lstStyle/>
        <a:p>
          <a:endParaRPr lang="LID4096"/>
        </a:p>
      </dgm:t>
    </dgm:pt>
    <dgm:pt modelId="{EC0B3969-0AE9-4651-B9C8-63723E7FCA73}" type="sibTrans" cxnId="{578B2E20-ADE5-4643-B7D1-CD0A7DFADBB3}">
      <dgm:prSet/>
      <dgm:spPr/>
      <dgm:t>
        <a:bodyPr/>
        <a:lstStyle/>
        <a:p>
          <a:endParaRPr lang="LID4096"/>
        </a:p>
      </dgm:t>
    </dgm:pt>
    <dgm:pt modelId="{21DD8331-3C1F-447F-8F50-545B5D24ABC8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enmo_mean_60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B1BB232D-F161-4215-B35E-E3A43E5D2AAF}" type="parTrans" cxnId="{4DAA37BC-46A3-454D-9631-F26FB673605A}">
      <dgm:prSet/>
      <dgm:spPr/>
      <dgm:t>
        <a:bodyPr/>
        <a:lstStyle/>
        <a:p>
          <a:endParaRPr lang="LID4096"/>
        </a:p>
      </dgm:t>
    </dgm:pt>
    <dgm:pt modelId="{847153A0-BE00-4B5A-85B1-61AF594A37A0}" type="sibTrans" cxnId="{4DAA37BC-46A3-454D-9631-F26FB673605A}">
      <dgm:prSet/>
      <dgm:spPr/>
      <dgm:t>
        <a:bodyPr/>
        <a:lstStyle/>
        <a:p>
          <a:endParaRPr lang="LID4096"/>
        </a:p>
      </dgm:t>
    </dgm:pt>
    <dgm:pt modelId="{CDE6A411-0640-4FAA-B81E-9BA2F03A9A43}">
      <dgm:prSet phldrT="[文本]"/>
      <dgm:spPr/>
      <dgm:t>
        <a:bodyPr/>
        <a:lstStyle/>
        <a:p>
          <a:r>
            <a:rPr lang="zh-CN" altLang="en-US" dirty="0"/>
            <a:t>时间特征</a:t>
          </a:r>
          <a:endParaRPr lang="LID4096" dirty="0"/>
        </a:p>
      </dgm:t>
    </dgm:pt>
    <dgm:pt modelId="{F1742E44-49DB-4FA0-81EE-6036369DBFED}" type="parTrans" cxnId="{A2B89D02-C718-4062-8BFB-6FFC9C8332D8}">
      <dgm:prSet/>
      <dgm:spPr/>
      <dgm:t>
        <a:bodyPr/>
        <a:lstStyle/>
        <a:p>
          <a:endParaRPr lang="LID4096"/>
        </a:p>
      </dgm:t>
    </dgm:pt>
    <dgm:pt modelId="{B364822C-167A-47A6-AB38-CB6B99962816}" type="sibTrans" cxnId="{A2B89D02-C718-4062-8BFB-6FFC9C8332D8}">
      <dgm:prSet/>
      <dgm:spPr/>
      <dgm:t>
        <a:bodyPr/>
        <a:lstStyle/>
        <a:p>
          <a:endParaRPr lang="LID4096"/>
        </a:p>
      </dgm:t>
    </dgm:pt>
    <dgm:pt modelId="{F341699A-2205-40AF-9E6C-50F6A1F58940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hour_sin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14878F27-A15E-4D58-9EEE-0D12498A63BA}" type="parTrans" cxnId="{288E4643-141A-4A64-B6B0-3AA1CA9071EB}">
      <dgm:prSet/>
      <dgm:spPr/>
      <dgm:t>
        <a:bodyPr/>
        <a:lstStyle/>
        <a:p>
          <a:endParaRPr lang="LID4096"/>
        </a:p>
      </dgm:t>
    </dgm:pt>
    <dgm:pt modelId="{EED2BBA8-9DE4-4FBF-AB8F-32FB2EE4D928}" type="sibTrans" cxnId="{288E4643-141A-4A64-B6B0-3AA1CA9071EB}">
      <dgm:prSet/>
      <dgm:spPr/>
      <dgm:t>
        <a:bodyPr/>
        <a:lstStyle/>
        <a:p>
          <a:endParaRPr lang="LID4096"/>
        </a:p>
      </dgm:t>
    </dgm:pt>
    <dgm:pt modelId="{2C89FEE3-3245-4827-9BC8-59AE6BF17CA4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hour_cos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8210D559-82B7-404D-A381-46831D47AB62}" type="parTrans" cxnId="{58315382-B568-4BDC-93F7-E83F4AA9AAEB}">
      <dgm:prSet/>
      <dgm:spPr/>
      <dgm:t>
        <a:bodyPr/>
        <a:lstStyle/>
        <a:p>
          <a:endParaRPr lang="LID4096"/>
        </a:p>
      </dgm:t>
    </dgm:pt>
    <dgm:pt modelId="{0390654C-BD8A-404D-92BF-423D9D677181}" type="sibTrans" cxnId="{58315382-B568-4BDC-93F7-E83F4AA9AAEB}">
      <dgm:prSet/>
      <dgm:spPr/>
      <dgm:t>
        <a:bodyPr/>
        <a:lstStyle/>
        <a:p>
          <a:endParaRPr lang="LID4096"/>
        </a:p>
      </dgm:t>
    </dgm:pt>
    <dgm:pt modelId="{B69245D5-0C6B-4639-ABAD-37B028146177}">
      <dgm:prSet phldrT="[文本]"/>
      <dgm:spPr/>
      <dgm:t>
        <a:bodyPr/>
        <a:lstStyle/>
        <a:p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d_enmo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37DEEDB3-9E8A-41B6-8AD4-23B94CFD44B4}" type="parTrans" cxnId="{43307283-DA85-470B-BDE3-57B801184415}">
      <dgm:prSet/>
      <dgm:spPr/>
      <dgm:t>
        <a:bodyPr/>
        <a:lstStyle/>
        <a:p>
          <a:endParaRPr lang="LID4096"/>
        </a:p>
      </dgm:t>
    </dgm:pt>
    <dgm:pt modelId="{659A346D-3835-4E34-AF24-FD0EA5D1175E}" type="sibTrans" cxnId="{43307283-DA85-470B-BDE3-57B801184415}">
      <dgm:prSet/>
      <dgm:spPr/>
      <dgm:t>
        <a:bodyPr/>
        <a:lstStyle/>
        <a:p>
          <a:endParaRPr lang="LID4096"/>
        </a:p>
      </dgm:t>
    </dgm:pt>
    <dgm:pt modelId="{5ECC34B3-BB1F-447B-84D2-ECD969C6F784}">
      <dgm:prSet phldrT="[文本]"/>
      <dgm:spPr/>
      <dgm:t>
        <a:bodyPr/>
        <a:lstStyle/>
        <a:p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abs_d_enmo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1E59996C-8949-4AD4-824F-01DBC224E8B5}" type="parTrans" cxnId="{53CEFEE8-AF88-47EE-8E2E-F253EE75C5EC}">
      <dgm:prSet/>
      <dgm:spPr/>
      <dgm:t>
        <a:bodyPr/>
        <a:lstStyle/>
        <a:p>
          <a:endParaRPr lang="LID4096"/>
        </a:p>
      </dgm:t>
    </dgm:pt>
    <dgm:pt modelId="{F2A2D0C4-B1C4-4D1D-A8AB-79E304404FB7}" type="sibTrans" cxnId="{53CEFEE8-AF88-47EE-8E2E-F253EE75C5EC}">
      <dgm:prSet/>
      <dgm:spPr/>
      <dgm:t>
        <a:bodyPr/>
        <a:lstStyle/>
        <a:p>
          <a:endParaRPr lang="LID4096"/>
        </a:p>
      </dgm:t>
    </dgm:pt>
    <dgm:pt modelId="{A53E7D08-9AA2-44B9-9213-2CA835F1A411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anglez_std_12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30705AFF-B5C6-49C3-B1C1-B82AF26C4DCA}" type="parTrans" cxnId="{3CD874DD-D888-4771-9FD5-3A4437AAE430}">
      <dgm:prSet/>
      <dgm:spPr/>
      <dgm:t>
        <a:bodyPr/>
        <a:lstStyle/>
        <a:p>
          <a:endParaRPr lang="LID4096"/>
        </a:p>
      </dgm:t>
    </dgm:pt>
    <dgm:pt modelId="{3AD9EFF1-6156-45A0-8CE9-1C77F6DB3687}" type="sibTrans" cxnId="{3CD874DD-D888-4771-9FD5-3A4437AAE430}">
      <dgm:prSet/>
      <dgm:spPr/>
      <dgm:t>
        <a:bodyPr/>
        <a:lstStyle/>
        <a:p>
          <a:endParaRPr lang="LID4096"/>
        </a:p>
      </dgm:t>
    </dgm:pt>
    <dgm:pt modelId="{BCCA789D-F133-4E1A-A77C-92749A4E319D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enmo_std_60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EA5F1851-C4C7-4165-9A1D-0A6DB60DAA46}" type="parTrans" cxnId="{BDCE6FB5-3660-4D57-AED0-80C4F3B121D5}">
      <dgm:prSet/>
      <dgm:spPr/>
      <dgm:t>
        <a:bodyPr/>
        <a:lstStyle/>
        <a:p>
          <a:endParaRPr lang="LID4096"/>
        </a:p>
      </dgm:t>
    </dgm:pt>
    <dgm:pt modelId="{1F95F8ED-DA97-4B64-B0CE-FA5A243912C8}" type="sibTrans" cxnId="{BDCE6FB5-3660-4D57-AED0-80C4F3B121D5}">
      <dgm:prSet/>
      <dgm:spPr/>
      <dgm:t>
        <a:bodyPr/>
        <a:lstStyle/>
        <a:p>
          <a:endParaRPr lang="LID4096"/>
        </a:p>
      </dgm:t>
    </dgm:pt>
    <dgm:pt modelId="{B2D2092A-9BFF-43C4-A017-65FDEB940323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anglez_mean_360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99A70CD6-3FFE-4FC2-BD40-FDBC77946684}" type="parTrans" cxnId="{C5B81540-4307-4CED-B380-A65EDA242076}">
      <dgm:prSet/>
      <dgm:spPr/>
      <dgm:t>
        <a:bodyPr/>
        <a:lstStyle/>
        <a:p>
          <a:endParaRPr lang="LID4096"/>
        </a:p>
      </dgm:t>
    </dgm:pt>
    <dgm:pt modelId="{C26EC083-D66F-4B3E-9444-CD1DE73C1310}" type="sibTrans" cxnId="{C5B81540-4307-4CED-B380-A65EDA242076}">
      <dgm:prSet/>
      <dgm:spPr/>
      <dgm:t>
        <a:bodyPr/>
        <a:lstStyle/>
        <a:p>
          <a:endParaRPr lang="LID4096"/>
        </a:p>
      </dgm:t>
    </dgm:pt>
    <dgm:pt modelId="{E355013E-B1D6-4F20-B656-4DBE27D66DBE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enmo_std_1440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C61D3775-332A-4C3B-B5BE-14F56FA5FA1E}" type="parTrans" cxnId="{828BA1B3-C037-45E0-9982-E53F280D6A80}">
      <dgm:prSet/>
      <dgm:spPr/>
      <dgm:t>
        <a:bodyPr/>
        <a:lstStyle/>
        <a:p>
          <a:endParaRPr lang="LID4096"/>
        </a:p>
      </dgm:t>
    </dgm:pt>
    <dgm:pt modelId="{8F38DB5B-42F5-433B-A73F-92DB6B8BA6BF}" type="sibTrans" cxnId="{828BA1B3-C037-45E0-9982-E53F280D6A80}">
      <dgm:prSet/>
      <dgm:spPr/>
      <dgm:t>
        <a:bodyPr/>
        <a:lstStyle/>
        <a:p>
          <a:endParaRPr lang="LID4096"/>
        </a:p>
      </dgm:t>
    </dgm:pt>
    <dgm:pt modelId="{C5D0BA43-C2B2-4682-BF7A-6BB12838ED46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minute_sin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9FBD1C5E-0C73-4864-92A9-91A1800B39DA}" type="parTrans" cxnId="{92899309-A3D6-421C-AF10-A54BFB054002}">
      <dgm:prSet/>
      <dgm:spPr/>
      <dgm:t>
        <a:bodyPr/>
        <a:lstStyle/>
        <a:p>
          <a:endParaRPr lang="LID4096"/>
        </a:p>
      </dgm:t>
    </dgm:pt>
    <dgm:pt modelId="{C11051ED-C343-49CF-ACAD-4EC52704D018}" type="sibTrans" cxnId="{92899309-A3D6-421C-AF10-A54BFB054002}">
      <dgm:prSet/>
      <dgm:spPr/>
      <dgm:t>
        <a:bodyPr/>
        <a:lstStyle/>
        <a:p>
          <a:endParaRPr lang="LID4096"/>
        </a:p>
      </dgm:t>
    </dgm:pt>
    <dgm:pt modelId="{D5F96BFF-9824-46BA-A5AA-A9F86E939B85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minute_cos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767CBCA9-C44B-4BEC-B5EA-1A9E75D1AF5F}" type="parTrans" cxnId="{61C5B1D0-E56E-48CB-B93B-1800FB6B1668}">
      <dgm:prSet/>
      <dgm:spPr/>
      <dgm:t>
        <a:bodyPr/>
        <a:lstStyle/>
        <a:p>
          <a:endParaRPr lang="LID4096"/>
        </a:p>
      </dgm:t>
    </dgm:pt>
    <dgm:pt modelId="{FD85FC1D-6254-4140-9DF9-C62DF1B43C95}" type="sibTrans" cxnId="{61C5B1D0-E56E-48CB-B93B-1800FB6B1668}">
      <dgm:prSet/>
      <dgm:spPr/>
      <dgm:t>
        <a:bodyPr/>
        <a:lstStyle/>
        <a:p>
          <a:endParaRPr lang="LID4096"/>
        </a:p>
      </dgm:t>
    </dgm:pt>
    <dgm:pt modelId="{F3BA345E-91B1-44D8-9E48-B793FD922BD8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weekday_sin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C8804617-BB61-429A-A480-6C0AEE029383}" type="parTrans" cxnId="{3BF5558C-6FBF-475E-A7FB-8370479EA486}">
      <dgm:prSet/>
      <dgm:spPr/>
      <dgm:t>
        <a:bodyPr/>
        <a:lstStyle/>
        <a:p>
          <a:endParaRPr lang="LID4096"/>
        </a:p>
      </dgm:t>
    </dgm:pt>
    <dgm:pt modelId="{7BD28FD6-8D21-4B1B-80CF-95E12D23269B}" type="sibTrans" cxnId="{3BF5558C-6FBF-475E-A7FB-8370479EA486}">
      <dgm:prSet/>
      <dgm:spPr/>
      <dgm:t>
        <a:bodyPr/>
        <a:lstStyle/>
        <a:p>
          <a:endParaRPr lang="LID4096"/>
        </a:p>
      </dgm:t>
    </dgm:pt>
    <dgm:pt modelId="{80594A5D-1D71-484A-8367-94890639C33A}">
      <dgm:prSet phldrT="[文本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weekday_cos</a:t>
          </a:r>
          <a:endParaRPr lang="LID4096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gm:t>
    </dgm:pt>
    <dgm:pt modelId="{16354273-9547-4288-AC30-A18CB6A2ECFF}" type="parTrans" cxnId="{BE7C4B04-BBE1-4C34-9108-7C10C4A64229}">
      <dgm:prSet/>
      <dgm:spPr/>
      <dgm:t>
        <a:bodyPr/>
        <a:lstStyle/>
        <a:p>
          <a:endParaRPr lang="LID4096"/>
        </a:p>
      </dgm:t>
    </dgm:pt>
    <dgm:pt modelId="{BB2AB2CE-CE92-47F3-A200-B48EB0D6A4FF}" type="sibTrans" cxnId="{BE7C4B04-BBE1-4C34-9108-7C10C4A64229}">
      <dgm:prSet/>
      <dgm:spPr/>
      <dgm:t>
        <a:bodyPr/>
        <a:lstStyle/>
        <a:p>
          <a:endParaRPr lang="LID4096"/>
        </a:p>
      </dgm:t>
    </dgm:pt>
    <dgm:pt modelId="{F6E2E50F-2748-4828-A848-33FBB1379ADE}" type="pres">
      <dgm:prSet presAssocID="{2053F260-8F7B-4D80-B47A-CE540626ADA6}" presName="Name0" presStyleCnt="0">
        <dgm:presLayoutVars>
          <dgm:dir/>
          <dgm:animLvl val="lvl"/>
          <dgm:resizeHandles val="exact"/>
        </dgm:presLayoutVars>
      </dgm:prSet>
      <dgm:spPr/>
    </dgm:pt>
    <dgm:pt modelId="{5F761339-8FE4-4EF4-9E5E-0822D6E11037}" type="pres">
      <dgm:prSet presAssocID="{4162803E-4221-4A84-92A1-08F2693B96E1}" presName="composite" presStyleCnt="0"/>
      <dgm:spPr/>
    </dgm:pt>
    <dgm:pt modelId="{FA0ECBB9-DA32-4A0A-8F53-0637E700A98A}" type="pres">
      <dgm:prSet presAssocID="{4162803E-4221-4A84-92A1-08F2693B96E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1A9DDD7-6BBD-4B59-B3EC-57CC6F8E42F6}" type="pres">
      <dgm:prSet presAssocID="{4162803E-4221-4A84-92A1-08F2693B96E1}" presName="desTx" presStyleLbl="alignAccFollowNode1" presStyleIdx="0" presStyleCnt="3">
        <dgm:presLayoutVars>
          <dgm:bulletEnabled val="1"/>
        </dgm:presLayoutVars>
      </dgm:prSet>
      <dgm:spPr/>
    </dgm:pt>
    <dgm:pt modelId="{87488CE3-831A-4873-8F15-8444C233BCB8}" type="pres">
      <dgm:prSet presAssocID="{ADDE7415-30C1-40AF-A5BC-EAD3A6A2B4D4}" presName="space" presStyleCnt="0"/>
      <dgm:spPr/>
    </dgm:pt>
    <dgm:pt modelId="{0F4091A7-8378-4E9B-99D7-97CA7C44A709}" type="pres">
      <dgm:prSet presAssocID="{0E072509-8F9E-4797-A737-BCC5656E842E}" presName="composite" presStyleCnt="0"/>
      <dgm:spPr/>
    </dgm:pt>
    <dgm:pt modelId="{4FF520DA-749E-4915-8F1A-209F58EF0184}" type="pres">
      <dgm:prSet presAssocID="{0E072509-8F9E-4797-A737-BCC5656E842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C8DC728-03B3-4CF8-9A24-EC251649FF34}" type="pres">
      <dgm:prSet presAssocID="{0E072509-8F9E-4797-A737-BCC5656E842E}" presName="desTx" presStyleLbl="alignAccFollowNode1" presStyleIdx="1" presStyleCnt="3">
        <dgm:presLayoutVars>
          <dgm:bulletEnabled val="1"/>
        </dgm:presLayoutVars>
      </dgm:prSet>
      <dgm:spPr/>
    </dgm:pt>
    <dgm:pt modelId="{A044528E-27E9-4FCB-BC90-703E9DE2B675}" type="pres">
      <dgm:prSet presAssocID="{6D2635AA-6BFE-4850-A5E2-04D61CE58353}" presName="space" presStyleCnt="0"/>
      <dgm:spPr/>
    </dgm:pt>
    <dgm:pt modelId="{C45E4664-2DF7-4D4A-80FE-AF21E12DA203}" type="pres">
      <dgm:prSet presAssocID="{CDE6A411-0640-4FAA-B81E-9BA2F03A9A43}" presName="composite" presStyleCnt="0"/>
      <dgm:spPr/>
    </dgm:pt>
    <dgm:pt modelId="{5D12D8C8-EB34-456F-AEDC-262DB2A89D2A}" type="pres">
      <dgm:prSet presAssocID="{CDE6A411-0640-4FAA-B81E-9BA2F03A9A4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8CD850D-78A5-4D3B-86AE-B5B2181D4EE4}" type="pres">
      <dgm:prSet presAssocID="{CDE6A411-0640-4FAA-B81E-9BA2F03A9A4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BB6CE00-9F22-4AD6-A696-4BF2BCAA749D}" type="presOf" srcId="{5ECC34B3-BB1F-447B-84D2-ECD969C6F784}" destId="{61A9DDD7-6BBD-4B59-B3EC-57CC6F8E42F6}" srcOrd="0" destOrd="3" presId="urn:microsoft.com/office/officeart/2005/8/layout/hList1"/>
    <dgm:cxn modelId="{A2B89D02-C718-4062-8BFB-6FFC9C8332D8}" srcId="{2053F260-8F7B-4D80-B47A-CE540626ADA6}" destId="{CDE6A411-0640-4FAA-B81E-9BA2F03A9A43}" srcOrd="2" destOrd="0" parTransId="{F1742E44-49DB-4FA0-81EE-6036369DBFED}" sibTransId="{B364822C-167A-47A6-AB38-CB6B99962816}"/>
    <dgm:cxn modelId="{BE7C4B04-BBE1-4C34-9108-7C10C4A64229}" srcId="{CDE6A411-0640-4FAA-B81E-9BA2F03A9A43}" destId="{80594A5D-1D71-484A-8367-94890639C33A}" srcOrd="5" destOrd="0" parTransId="{16354273-9547-4288-AC30-A18CB6A2ECFF}" sibTransId="{BB2AB2CE-CE92-47F3-A200-B48EB0D6A4FF}"/>
    <dgm:cxn modelId="{B92A9608-6C61-4838-9DC1-166E90C73554}" type="presOf" srcId="{0E072509-8F9E-4797-A737-BCC5656E842E}" destId="{4FF520DA-749E-4915-8F1A-209F58EF0184}" srcOrd="0" destOrd="0" presId="urn:microsoft.com/office/officeart/2005/8/layout/hList1"/>
    <dgm:cxn modelId="{92899309-A3D6-421C-AF10-A54BFB054002}" srcId="{CDE6A411-0640-4FAA-B81E-9BA2F03A9A43}" destId="{C5D0BA43-C2B2-4682-BF7A-6BB12838ED46}" srcOrd="2" destOrd="0" parTransId="{9FBD1C5E-0C73-4864-92A9-91A1800B39DA}" sibTransId="{C11051ED-C343-49CF-ACAD-4EC52704D018}"/>
    <dgm:cxn modelId="{578B2E20-ADE5-4643-B7D1-CD0A7DFADBB3}" srcId="{0E072509-8F9E-4797-A737-BCC5656E842E}" destId="{A4A910C7-9515-48F0-BA10-E104C2F66CD1}" srcOrd="0" destOrd="0" parTransId="{DFE2845B-B3F3-41DE-871A-3BE78773513B}" sibTransId="{EC0B3969-0AE9-4651-B9C8-63723E7FCA73}"/>
    <dgm:cxn modelId="{E17E702A-B690-4241-A02D-68B3A5339644}" type="presOf" srcId="{D5F96BFF-9824-46BA-A5AA-A9F86E939B85}" destId="{D8CD850D-78A5-4D3B-86AE-B5B2181D4EE4}" srcOrd="0" destOrd="3" presId="urn:microsoft.com/office/officeart/2005/8/layout/hList1"/>
    <dgm:cxn modelId="{258CCF2B-EE40-458C-AA83-50BA113A107E}" type="presOf" srcId="{2C89FEE3-3245-4827-9BC8-59AE6BF17CA4}" destId="{D8CD850D-78A5-4D3B-86AE-B5B2181D4EE4}" srcOrd="0" destOrd="1" presId="urn:microsoft.com/office/officeart/2005/8/layout/hList1"/>
    <dgm:cxn modelId="{907D952C-4172-438A-8EC9-A705A1EBDCAC}" type="presOf" srcId="{E355013E-B1D6-4F20-B656-4DBE27D66DBE}" destId="{3C8DC728-03B3-4CF8-9A24-EC251649FF34}" srcOrd="0" destOrd="5" presId="urn:microsoft.com/office/officeart/2005/8/layout/hList1"/>
    <dgm:cxn modelId="{E850A03C-D0E4-48E9-B213-2C462ADDFE0E}" type="presOf" srcId="{BCCA789D-F133-4E1A-A77C-92749A4E319D}" destId="{3C8DC728-03B3-4CF8-9A24-EC251649FF34}" srcOrd="0" destOrd="3" presId="urn:microsoft.com/office/officeart/2005/8/layout/hList1"/>
    <dgm:cxn modelId="{A29F1440-E65A-4701-92F2-3150E346205E}" type="presOf" srcId="{B2D2092A-9BFF-43C4-A017-65FDEB940323}" destId="{3C8DC728-03B3-4CF8-9A24-EC251649FF34}" srcOrd="0" destOrd="4" presId="urn:microsoft.com/office/officeart/2005/8/layout/hList1"/>
    <dgm:cxn modelId="{C5B81540-4307-4CED-B380-A65EDA242076}" srcId="{0E072509-8F9E-4797-A737-BCC5656E842E}" destId="{B2D2092A-9BFF-43C4-A017-65FDEB940323}" srcOrd="4" destOrd="0" parTransId="{99A70CD6-3FFE-4FC2-BD40-FDBC77946684}" sibTransId="{C26EC083-D66F-4B3E-9444-CD1DE73C1310}"/>
    <dgm:cxn modelId="{151C0060-1ADE-4B16-A234-C5D3838525B7}" type="presOf" srcId="{58C81A79-2888-4A7A-AA31-7BB6CE71A324}" destId="{61A9DDD7-6BBD-4B59-B3EC-57CC6F8E42F6}" srcOrd="0" destOrd="0" presId="urn:microsoft.com/office/officeart/2005/8/layout/hList1"/>
    <dgm:cxn modelId="{B0582562-B5A9-4C5C-8C13-1329FCA3998A}" srcId="{4162803E-4221-4A84-92A1-08F2693B96E1}" destId="{8B96A747-1226-4AB7-9613-EF43C3D03D27}" srcOrd="1" destOrd="0" parTransId="{9D4CBE18-03EF-405C-9E33-32E8BFFCC294}" sibTransId="{F3B3FFB8-6BA9-4156-A91F-F6A37E577DE0}"/>
    <dgm:cxn modelId="{288E4643-141A-4A64-B6B0-3AA1CA9071EB}" srcId="{CDE6A411-0640-4FAA-B81E-9BA2F03A9A43}" destId="{F341699A-2205-40AF-9E6C-50F6A1F58940}" srcOrd="0" destOrd="0" parTransId="{14878F27-A15E-4D58-9EEE-0D12498A63BA}" sibTransId="{EED2BBA8-9DE4-4FBF-AB8F-32FB2EE4D928}"/>
    <dgm:cxn modelId="{8F926763-8C42-46FB-9ED0-2D88AF022711}" type="presOf" srcId="{4162803E-4221-4A84-92A1-08F2693B96E1}" destId="{FA0ECBB9-DA32-4A0A-8F53-0637E700A98A}" srcOrd="0" destOrd="0" presId="urn:microsoft.com/office/officeart/2005/8/layout/hList1"/>
    <dgm:cxn modelId="{116ED745-421D-43EF-BC3E-371B98CC74E8}" type="presOf" srcId="{F341699A-2205-40AF-9E6C-50F6A1F58940}" destId="{D8CD850D-78A5-4D3B-86AE-B5B2181D4EE4}" srcOrd="0" destOrd="0" presId="urn:microsoft.com/office/officeart/2005/8/layout/hList1"/>
    <dgm:cxn modelId="{6A7E5B69-FE0C-478B-9B4E-98B0CA6D7213}" type="presOf" srcId="{8B96A747-1226-4AB7-9613-EF43C3D03D27}" destId="{61A9DDD7-6BBD-4B59-B3EC-57CC6F8E42F6}" srcOrd="0" destOrd="1" presId="urn:microsoft.com/office/officeart/2005/8/layout/hList1"/>
    <dgm:cxn modelId="{2DEE5A70-5C9C-4827-871D-3163DCC49667}" type="presOf" srcId="{21DD8331-3C1F-447F-8F50-545B5D24ABC8}" destId="{3C8DC728-03B3-4CF8-9A24-EC251649FF34}" srcOrd="0" destOrd="2" presId="urn:microsoft.com/office/officeart/2005/8/layout/hList1"/>
    <dgm:cxn modelId="{E1996E51-18E7-43A4-B907-5D766D5C1358}" type="presOf" srcId="{80594A5D-1D71-484A-8367-94890639C33A}" destId="{D8CD850D-78A5-4D3B-86AE-B5B2181D4EE4}" srcOrd="0" destOrd="5" presId="urn:microsoft.com/office/officeart/2005/8/layout/hList1"/>
    <dgm:cxn modelId="{B7287173-BE7F-4942-80FE-63346D0210E5}" type="presOf" srcId="{CDE6A411-0640-4FAA-B81E-9BA2F03A9A43}" destId="{5D12D8C8-EB34-456F-AEDC-262DB2A89D2A}" srcOrd="0" destOrd="0" presId="urn:microsoft.com/office/officeart/2005/8/layout/hList1"/>
    <dgm:cxn modelId="{82A67C73-0C99-4324-BE18-D99506336231}" type="presOf" srcId="{B69245D5-0C6B-4639-ABAD-37B028146177}" destId="{61A9DDD7-6BBD-4B59-B3EC-57CC6F8E42F6}" srcOrd="0" destOrd="2" presId="urn:microsoft.com/office/officeart/2005/8/layout/hList1"/>
    <dgm:cxn modelId="{58315382-B568-4BDC-93F7-E83F4AA9AAEB}" srcId="{CDE6A411-0640-4FAA-B81E-9BA2F03A9A43}" destId="{2C89FEE3-3245-4827-9BC8-59AE6BF17CA4}" srcOrd="1" destOrd="0" parTransId="{8210D559-82B7-404D-A381-46831D47AB62}" sibTransId="{0390654C-BD8A-404D-92BF-423D9D677181}"/>
    <dgm:cxn modelId="{43307283-DA85-470B-BDE3-57B801184415}" srcId="{4162803E-4221-4A84-92A1-08F2693B96E1}" destId="{B69245D5-0C6B-4639-ABAD-37B028146177}" srcOrd="2" destOrd="0" parTransId="{37DEEDB3-9E8A-41B6-8AD4-23B94CFD44B4}" sibTransId="{659A346D-3835-4E34-AF24-FD0EA5D1175E}"/>
    <dgm:cxn modelId="{8A34AB84-DCA4-4A45-BBCA-7FE678E7B121}" type="presOf" srcId="{C5D0BA43-C2B2-4682-BF7A-6BB12838ED46}" destId="{D8CD850D-78A5-4D3B-86AE-B5B2181D4EE4}" srcOrd="0" destOrd="2" presId="urn:microsoft.com/office/officeart/2005/8/layout/hList1"/>
    <dgm:cxn modelId="{3BF5558C-6FBF-475E-A7FB-8370479EA486}" srcId="{CDE6A411-0640-4FAA-B81E-9BA2F03A9A43}" destId="{F3BA345E-91B1-44D8-9E48-B793FD922BD8}" srcOrd="4" destOrd="0" parTransId="{C8804617-BB61-429A-A480-6C0AEE029383}" sibTransId="{7BD28FD6-8D21-4B1B-80CF-95E12D23269B}"/>
    <dgm:cxn modelId="{3720F2A2-CB37-45AC-AA56-B53268201FC2}" srcId="{4162803E-4221-4A84-92A1-08F2693B96E1}" destId="{58C81A79-2888-4A7A-AA31-7BB6CE71A324}" srcOrd="0" destOrd="0" parTransId="{8AA99680-C405-436E-94D0-C2C1C724346A}" sibTransId="{A23AAE95-600B-4450-8A3D-8EE137FA63E0}"/>
    <dgm:cxn modelId="{C6A19CA6-23BF-42A5-A795-9536A3945371}" type="presOf" srcId="{2053F260-8F7B-4D80-B47A-CE540626ADA6}" destId="{F6E2E50F-2748-4828-A848-33FBB1379ADE}" srcOrd="0" destOrd="0" presId="urn:microsoft.com/office/officeart/2005/8/layout/hList1"/>
    <dgm:cxn modelId="{828BA1B3-C037-45E0-9982-E53F280D6A80}" srcId="{0E072509-8F9E-4797-A737-BCC5656E842E}" destId="{E355013E-B1D6-4F20-B656-4DBE27D66DBE}" srcOrd="5" destOrd="0" parTransId="{C61D3775-332A-4C3B-B5BE-14F56FA5FA1E}" sibTransId="{8F38DB5B-42F5-433B-A73F-92DB6B8BA6BF}"/>
    <dgm:cxn modelId="{BDCE6FB5-3660-4D57-AED0-80C4F3B121D5}" srcId="{0E072509-8F9E-4797-A737-BCC5656E842E}" destId="{BCCA789D-F133-4E1A-A77C-92749A4E319D}" srcOrd="3" destOrd="0" parTransId="{EA5F1851-C4C7-4165-9A1D-0A6DB60DAA46}" sibTransId="{1F95F8ED-DA97-4B64-B0CE-FA5A243912C8}"/>
    <dgm:cxn modelId="{FABDA5B7-A631-47C0-B113-ABEA55EB9629}" srcId="{2053F260-8F7B-4D80-B47A-CE540626ADA6}" destId="{4162803E-4221-4A84-92A1-08F2693B96E1}" srcOrd="0" destOrd="0" parTransId="{F6D6261F-6A45-4D0D-A1FD-A2EAEAB44A45}" sibTransId="{ADDE7415-30C1-40AF-A5BC-EAD3A6A2B4D4}"/>
    <dgm:cxn modelId="{4DAA37BC-46A3-454D-9631-F26FB673605A}" srcId="{0E072509-8F9E-4797-A737-BCC5656E842E}" destId="{21DD8331-3C1F-447F-8F50-545B5D24ABC8}" srcOrd="2" destOrd="0" parTransId="{B1BB232D-F161-4215-B35E-E3A43E5D2AAF}" sibTransId="{847153A0-BE00-4B5A-85B1-61AF594A37A0}"/>
    <dgm:cxn modelId="{4E758FC4-6596-4BFD-9AE7-0208411A911A}" srcId="{2053F260-8F7B-4D80-B47A-CE540626ADA6}" destId="{0E072509-8F9E-4797-A737-BCC5656E842E}" srcOrd="1" destOrd="0" parTransId="{D6F33045-0212-45D0-AD5C-572D7674C8C3}" sibTransId="{6D2635AA-6BFE-4850-A5E2-04D61CE58353}"/>
    <dgm:cxn modelId="{53AC7FCF-F448-467B-B336-7812A910A84F}" type="presOf" srcId="{A53E7D08-9AA2-44B9-9213-2CA835F1A411}" destId="{3C8DC728-03B3-4CF8-9A24-EC251649FF34}" srcOrd="0" destOrd="1" presId="urn:microsoft.com/office/officeart/2005/8/layout/hList1"/>
    <dgm:cxn modelId="{61C5B1D0-E56E-48CB-B93B-1800FB6B1668}" srcId="{CDE6A411-0640-4FAA-B81E-9BA2F03A9A43}" destId="{D5F96BFF-9824-46BA-A5AA-A9F86E939B85}" srcOrd="3" destOrd="0" parTransId="{767CBCA9-C44B-4BEC-B5EA-1A9E75D1AF5F}" sibTransId="{FD85FC1D-6254-4140-9DF9-C62DF1B43C95}"/>
    <dgm:cxn modelId="{8623ABD7-A67A-4044-A966-4D0C607BA8E5}" type="presOf" srcId="{F3BA345E-91B1-44D8-9E48-B793FD922BD8}" destId="{D8CD850D-78A5-4D3B-86AE-B5B2181D4EE4}" srcOrd="0" destOrd="4" presId="urn:microsoft.com/office/officeart/2005/8/layout/hList1"/>
    <dgm:cxn modelId="{939F3CDC-8240-4467-97F7-EB65006EE629}" type="presOf" srcId="{A4A910C7-9515-48F0-BA10-E104C2F66CD1}" destId="{3C8DC728-03B3-4CF8-9A24-EC251649FF34}" srcOrd="0" destOrd="0" presId="urn:microsoft.com/office/officeart/2005/8/layout/hList1"/>
    <dgm:cxn modelId="{3CD874DD-D888-4771-9FD5-3A4437AAE430}" srcId="{0E072509-8F9E-4797-A737-BCC5656E842E}" destId="{A53E7D08-9AA2-44B9-9213-2CA835F1A411}" srcOrd="1" destOrd="0" parTransId="{30705AFF-B5C6-49C3-B1C1-B82AF26C4DCA}" sibTransId="{3AD9EFF1-6156-45A0-8CE9-1C77F6DB3687}"/>
    <dgm:cxn modelId="{53CEFEE8-AF88-47EE-8E2E-F253EE75C5EC}" srcId="{4162803E-4221-4A84-92A1-08F2693B96E1}" destId="{5ECC34B3-BB1F-447B-84D2-ECD969C6F784}" srcOrd="3" destOrd="0" parTransId="{1E59996C-8949-4AD4-824F-01DBC224E8B5}" sibTransId="{F2A2D0C4-B1C4-4D1D-A8AB-79E304404FB7}"/>
    <dgm:cxn modelId="{B1541FE9-06D7-4645-A398-51B87A861665}" type="presParOf" srcId="{F6E2E50F-2748-4828-A848-33FBB1379ADE}" destId="{5F761339-8FE4-4EF4-9E5E-0822D6E11037}" srcOrd="0" destOrd="0" presId="urn:microsoft.com/office/officeart/2005/8/layout/hList1"/>
    <dgm:cxn modelId="{43607E01-26F2-4DEA-A98D-67EDF2CC2C72}" type="presParOf" srcId="{5F761339-8FE4-4EF4-9E5E-0822D6E11037}" destId="{FA0ECBB9-DA32-4A0A-8F53-0637E700A98A}" srcOrd="0" destOrd="0" presId="urn:microsoft.com/office/officeart/2005/8/layout/hList1"/>
    <dgm:cxn modelId="{5168254B-62F6-4E5C-9F9E-29403EDE20CD}" type="presParOf" srcId="{5F761339-8FE4-4EF4-9E5E-0822D6E11037}" destId="{61A9DDD7-6BBD-4B59-B3EC-57CC6F8E42F6}" srcOrd="1" destOrd="0" presId="urn:microsoft.com/office/officeart/2005/8/layout/hList1"/>
    <dgm:cxn modelId="{79A30B3C-E685-44A9-B37C-6ECCE178542A}" type="presParOf" srcId="{F6E2E50F-2748-4828-A848-33FBB1379ADE}" destId="{87488CE3-831A-4873-8F15-8444C233BCB8}" srcOrd="1" destOrd="0" presId="urn:microsoft.com/office/officeart/2005/8/layout/hList1"/>
    <dgm:cxn modelId="{CC4AFCD6-69A5-4B02-819E-F69C4790AEE7}" type="presParOf" srcId="{F6E2E50F-2748-4828-A848-33FBB1379ADE}" destId="{0F4091A7-8378-4E9B-99D7-97CA7C44A709}" srcOrd="2" destOrd="0" presId="urn:microsoft.com/office/officeart/2005/8/layout/hList1"/>
    <dgm:cxn modelId="{B0E31756-C256-42A3-9E89-216D1416941E}" type="presParOf" srcId="{0F4091A7-8378-4E9B-99D7-97CA7C44A709}" destId="{4FF520DA-749E-4915-8F1A-209F58EF0184}" srcOrd="0" destOrd="0" presId="urn:microsoft.com/office/officeart/2005/8/layout/hList1"/>
    <dgm:cxn modelId="{E348C366-F79A-41D6-A05D-F3A4C5B28F80}" type="presParOf" srcId="{0F4091A7-8378-4E9B-99D7-97CA7C44A709}" destId="{3C8DC728-03B3-4CF8-9A24-EC251649FF34}" srcOrd="1" destOrd="0" presId="urn:microsoft.com/office/officeart/2005/8/layout/hList1"/>
    <dgm:cxn modelId="{547F50D5-0647-4BF2-9DEA-BB74E6B84ADF}" type="presParOf" srcId="{F6E2E50F-2748-4828-A848-33FBB1379ADE}" destId="{A044528E-27E9-4FCB-BC90-703E9DE2B675}" srcOrd="3" destOrd="0" presId="urn:microsoft.com/office/officeart/2005/8/layout/hList1"/>
    <dgm:cxn modelId="{44AF8C46-DCA8-46E9-9CDF-413DD44A194F}" type="presParOf" srcId="{F6E2E50F-2748-4828-A848-33FBB1379ADE}" destId="{C45E4664-2DF7-4D4A-80FE-AF21E12DA203}" srcOrd="4" destOrd="0" presId="urn:microsoft.com/office/officeart/2005/8/layout/hList1"/>
    <dgm:cxn modelId="{DD796865-1560-4326-B726-A047DFA05F71}" type="presParOf" srcId="{C45E4664-2DF7-4D4A-80FE-AF21E12DA203}" destId="{5D12D8C8-EB34-456F-AEDC-262DB2A89D2A}" srcOrd="0" destOrd="0" presId="urn:microsoft.com/office/officeart/2005/8/layout/hList1"/>
    <dgm:cxn modelId="{CAB45F32-0AE7-44AE-8AEB-6B72D800F4E3}" type="presParOf" srcId="{C45E4664-2DF7-4D4A-80FE-AF21E12DA203}" destId="{D8CD850D-78A5-4D3B-86AE-B5B2181D4EE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490C1-F5BB-4AC0-9BE9-5ADB9DAD7312}">
      <dsp:nvSpPr>
        <dsp:cNvPr id="0" name=""/>
        <dsp:cNvSpPr/>
      </dsp:nvSpPr>
      <dsp:spPr>
        <a:xfrm>
          <a:off x="4473" y="232418"/>
          <a:ext cx="1955789" cy="1173473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原始时间序列数据</a:t>
          </a:r>
          <a:endParaRPr lang="LID4096" sz="1500" kern="1200" dirty="0"/>
        </a:p>
      </dsp:txBody>
      <dsp:txXfrm>
        <a:off x="38843" y="266788"/>
        <a:ext cx="1887049" cy="1104733"/>
      </dsp:txXfrm>
    </dsp:sp>
    <dsp:sp modelId="{68C83519-8B9B-4602-861A-EBD993928F8F}">
      <dsp:nvSpPr>
        <dsp:cNvPr id="0" name=""/>
        <dsp:cNvSpPr/>
      </dsp:nvSpPr>
      <dsp:spPr>
        <a:xfrm>
          <a:off x="2132371" y="576637"/>
          <a:ext cx="414627" cy="485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200" kern="1200"/>
        </a:p>
      </dsp:txBody>
      <dsp:txXfrm>
        <a:off x="2132371" y="673644"/>
        <a:ext cx="290239" cy="291021"/>
      </dsp:txXfrm>
    </dsp:sp>
    <dsp:sp modelId="{2CEEB5E7-1513-48A4-B343-8624671350FC}">
      <dsp:nvSpPr>
        <dsp:cNvPr id="0" name=""/>
        <dsp:cNvSpPr/>
      </dsp:nvSpPr>
      <dsp:spPr>
        <a:xfrm>
          <a:off x="2742578" y="232418"/>
          <a:ext cx="1955789" cy="117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特征工程</a:t>
          </a:r>
          <a:endParaRPr lang="LID4096" sz="1500" kern="1200" dirty="0"/>
        </a:p>
      </dsp:txBody>
      <dsp:txXfrm>
        <a:off x="2776948" y="266788"/>
        <a:ext cx="1887049" cy="1104733"/>
      </dsp:txXfrm>
    </dsp:sp>
    <dsp:sp modelId="{22AA1140-9125-459F-8A68-8C76CF7709DC}">
      <dsp:nvSpPr>
        <dsp:cNvPr id="0" name=""/>
        <dsp:cNvSpPr/>
      </dsp:nvSpPr>
      <dsp:spPr>
        <a:xfrm>
          <a:off x="4870476" y="576637"/>
          <a:ext cx="414627" cy="485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200" kern="1200"/>
        </a:p>
      </dsp:txBody>
      <dsp:txXfrm>
        <a:off x="4870476" y="673644"/>
        <a:ext cx="290239" cy="291021"/>
      </dsp:txXfrm>
    </dsp:sp>
    <dsp:sp modelId="{2CB8EE57-C80C-4D06-9DC7-E765C80C03FB}">
      <dsp:nvSpPr>
        <dsp:cNvPr id="0" name=""/>
        <dsp:cNvSpPr/>
      </dsp:nvSpPr>
      <dsp:spPr>
        <a:xfrm>
          <a:off x="5480682" y="232418"/>
          <a:ext cx="1955789" cy="117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构造软标签</a:t>
          </a:r>
          <a:endParaRPr lang="LID4096" sz="1500" kern="1200" dirty="0"/>
        </a:p>
      </dsp:txBody>
      <dsp:txXfrm>
        <a:off x="5515052" y="266788"/>
        <a:ext cx="1887049" cy="1104733"/>
      </dsp:txXfrm>
    </dsp:sp>
    <dsp:sp modelId="{A9FA5FB2-5CA0-4E3A-9B3F-B3A716F7A232}">
      <dsp:nvSpPr>
        <dsp:cNvPr id="0" name=""/>
        <dsp:cNvSpPr/>
      </dsp:nvSpPr>
      <dsp:spPr>
        <a:xfrm>
          <a:off x="7608581" y="576637"/>
          <a:ext cx="414627" cy="485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200" kern="1200"/>
        </a:p>
      </dsp:txBody>
      <dsp:txXfrm>
        <a:off x="7608581" y="673644"/>
        <a:ext cx="290239" cy="291021"/>
      </dsp:txXfrm>
    </dsp:sp>
    <dsp:sp modelId="{55E27788-4E1A-4D93-976D-3B6C08FB872A}">
      <dsp:nvSpPr>
        <dsp:cNvPr id="0" name=""/>
        <dsp:cNvSpPr/>
      </dsp:nvSpPr>
      <dsp:spPr>
        <a:xfrm>
          <a:off x="8218787" y="232418"/>
          <a:ext cx="1955789" cy="117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窗口切分</a:t>
          </a:r>
          <a:endParaRPr lang="LID4096" sz="1500" kern="1200" dirty="0"/>
        </a:p>
      </dsp:txBody>
      <dsp:txXfrm>
        <a:off x="8253157" y="266788"/>
        <a:ext cx="1887049" cy="1104733"/>
      </dsp:txXfrm>
    </dsp:sp>
    <dsp:sp modelId="{99BCDAF2-5A29-41D4-91A3-0673E480C08F}">
      <dsp:nvSpPr>
        <dsp:cNvPr id="0" name=""/>
        <dsp:cNvSpPr/>
      </dsp:nvSpPr>
      <dsp:spPr>
        <a:xfrm rot="5400000">
          <a:off x="8989368" y="1542797"/>
          <a:ext cx="414627" cy="485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200" kern="1200"/>
        </a:p>
      </dsp:txBody>
      <dsp:txXfrm rot="-5400000">
        <a:off x="9051171" y="1578001"/>
        <a:ext cx="291021" cy="290239"/>
      </dsp:txXfrm>
    </dsp:sp>
    <dsp:sp modelId="{5F216D77-E5F3-4A77-807C-ADC01788A610}">
      <dsp:nvSpPr>
        <dsp:cNvPr id="0" name=""/>
        <dsp:cNvSpPr/>
      </dsp:nvSpPr>
      <dsp:spPr>
        <a:xfrm>
          <a:off x="8218787" y="2188207"/>
          <a:ext cx="1955789" cy="117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onsolas" panose="020B0609020204030204" pitchFamily="49" charset="0"/>
            </a:rPr>
            <a:t>1D U-Net + Conformer/Mamba-like </a:t>
          </a:r>
          <a:r>
            <a:rPr lang="zh-CN" altLang="en-US" sz="1500" kern="1200" dirty="0"/>
            <a:t>模型</a:t>
          </a:r>
          <a:endParaRPr lang="LID4096" sz="1500" kern="1200" dirty="0"/>
        </a:p>
      </dsp:txBody>
      <dsp:txXfrm>
        <a:off x="8253157" y="2222577"/>
        <a:ext cx="1887049" cy="1104733"/>
      </dsp:txXfrm>
    </dsp:sp>
    <dsp:sp modelId="{62E886B8-468F-4B69-8BB2-37A9C7D58508}">
      <dsp:nvSpPr>
        <dsp:cNvPr id="0" name=""/>
        <dsp:cNvSpPr/>
      </dsp:nvSpPr>
      <dsp:spPr>
        <a:xfrm rot="10800000">
          <a:off x="7632050" y="2532426"/>
          <a:ext cx="414627" cy="485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200" kern="1200"/>
        </a:p>
      </dsp:txBody>
      <dsp:txXfrm rot="10800000">
        <a:off x="7756438" y="2629433"/>
        <a:ext cx="290239" cy="291021"/>
      </dsp:txXfrm>
    </dsp:sp>
    <dsp:sp modelId="{184DC3BC-DCC8-406A-81DB-EA67C2DF9386}">
      <dsp:nvSpPr>
        <dsp:cNvPr id="0" name=""/>
        <dsp:cNvSpPr/>
      </dsp:nvSpPr>
      <dsp:spPr>
        <a:xfrm>
          <a:off x="5480682" y="2188207"/>
          <a:ext cx="1955789" cy="117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逐 </a:t>
          </a:r>
          <a:r>
            <a:rPr lang="en-US" sz="1500" kern="1200" dirty="0">
              <a:latin typeface="Consolas" panose="020B0609020204030204" pitchFamily="49" charset="0"/>
            </a:rPr>
            <a:t>step</a:t>
          </a:r>
          <a:r>
            <a:rPr lang="en-US" sz="1500" kern="1200" dirty="0"/>
            <a:t> </a:t>
          </a:r>
          <a:r>
            <a:rPr lang="zh-CN" altLang="en-US" sz="1500" kern="1200" dirty="0"/>
            <a:t>输出事件概率</a:t>
          </a:r>
          <a:endParaRPr lang="LID4096" sz="1500" kern="1200" dirty="0"/>
        </a:p>
      </dsp:txBody>
      <dsp:txXfrm>
        <a:off x="5515052" y="2222577"/>
        <a:ext cx="1887049" cy="1104733"/>
      </dsp:txXfrm>
    </dsp:sp>
    <dsp:sp modelId="{7F679033-4102-4AF2-93C4-29C31D74442B}">
      <dsp:nvSpPr>
        <dsp:cNvPr id="0" name=""/>
        <dsp:cNvSpPr/>
      </dsp:nvSpPr>
      <dsp:spPr>
        <a:xfrm rot="10800000">
          <a:off x="4893946" y="2532426"/>
          <a:ext cx="414627" cy="485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200" kern="1200"/>
        </a:p>
      </dsp:txBody>
      <dsp:txXfrm rot="10800000">
        <a:off x="5018334" y="2629433"/>
        <a:ext cx="290239" cy="291021"/>
      </dsp:txXfrm>
    </dsp:sp>
    <dsp:sp modelId="{CCCE361F-17A6-4618-B8A6-8548FE46F803}">
      <dsp:nvSpPr>
        <dsp:cNvPr id="0" name=""/>
        <dsp:cNvSpPr/>
      </dsp:nvSpPr>
      <dsp:spPr>
        <a:xfrm>
          <a:off x="2742578" y="2188207"/>
          <a:ext cx="1955789" cy="1173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平滑 </a:t>
          </a:r>
          <a:r>
            <a:rPr lang="en-US" altLang="zh-CN" sz="1500" kern="1200" dirty="0"/>
            <a:t>+ </a:t>
          </a:r>
          <a:r>
            <a:rPr lang="zh-CN" altLang="en-US" sz="1500" kern="1200" dirty="0"/>
            <a:t>峰值检测 </a:t>
          </a:r>
          <a:r>
            <a:rPr lang="en-US" altLang="zh-CN" sz="1500" kern="1200" dirty="0"/>
            <a:t>+ </a:t>
          </a:r>
          <a:r>
            <a:rPr lang="zh-CN" altLang="en-US" sz="1500" kern="1200" dirty="0"/>
            <a:t>阈值筛选</a:t>
          </a:r>
          <a:endParaRPr lang="LID4096" sz="1500" kern="1200" dirty="0"/>
        </a:p>
      </dsp:txBody>
      <dsp:txXfrm>
        <a:off x="2776948" y="2222577"/>
        <a:ext cx="1887049" cy="1104733"/>
      </dsp:txXfrm>
    </dsp:sp>
    <dsp:sp modelId="{CEBFEED6-38F1-454C-B2DA-BED30662D455}">
      <dsp:nvSpPr>
        <dsp:cNvPr id="0" name=""/>
        <dsp:cNvSpPr/>
      </dsp:nvSpPr>
      <dsp:spPr>
        <a:xfrm rot="10800000">
          <a:off x="2155841" y="2532426"/>
          <a:ext cx="414627" cy="4850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200" kern="1200"/>
        </a:p>
      </dsp:txBody>
      <dsp:txXfrm rot="10800000">
        <a:off x="2280229" y="2629433"/>
        <a:ext cx="290239" cy="291021"/>
      </dsp:txXfrm>
    </dsp:sp>
    <dsp:sp modelId="{3F26287B-47AB-466E-8278-E6EB50FC5A72}">
      <dsp:nvSpPr>
        <dsp:cNvPr id="0" name=""/>
        <dsp:cNvSpPr/>
      </dsp:nvSpPr>
      <dsp:spPr>
        <a:xfrm>
          <a:off x="4473" y="2188207"/>
          <a:ext cx="1955789" cy="1173473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onsolas" panose="020B0609020204030204" pitchFamily="49" charset="0"/>
            </a:rPr>
            <a:t>submission.csv</a:t>
          </a:r>
          <a:endParaRPr lang="LID4096" sz="1500" kern="1200" dirty="0">
            <a:latin typeface="Consolas" panose="020B0609020204030204" pitchFamily="49" charset="0"/>
          </a:endParaRPr>
        </a:p>
      </dsp:txBody>
      <dsp:txXfrm>
        <a:off x="38843" y="2222577"/>
        <a:ext cx="1887049" cy="11047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ECBB9-DA32-4A0A-8F53-0637E700A98A}">
      <dsp:nvSpPr>
        <dsp:cNvPr id="0" name=""/>
        <dsp:cNvSpPr/>
      </dsp:nvSpPr>
      <dsp:spPr>
        <a:xfrm>
          <a:off x="3180" y="172966"/>
          <a:ext cx="3101429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差分特征</a:t>
          </a:r>
          <a:endParaRPr lang="LID4096" sz="2400" kern="1200" dirty="0"/>
        </a:p>
      </dsp:txBody>
      <dsp:txXfrm>
        <a:off x="3180" y="172966"/>
        <a:ext cx="3101429" cy="691200"/>
      </dsp:txXfrm>
    </dsp:sp>
    <dsp:sp modelId="{61A9DDD7-6BBD-4B59-B3EC-57CC6F8E42F6}">
      <dsp:nvSpPr>
        <dsp:cNvPr id="0" name=""/>
        <dsp:cNvSpPr/>
      </dsp:nvSpPr>
      <dsp:spPr>
        <a:xfrm>
          <a:off x="3180" y="864166"/>
          <a:ext cx="3101429" cy="25569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d_anglez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abs_d_anglez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d_enmo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abs_d_enmo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sp:txBody>
      <dsp:txXfrm>
        <a:off x="3180" y="864166"/>
        <a:ext cx="3101429" cy="2556967"/>
      </dsp:txXfrm>
    </dsp:sp>
    <dsp:sp modelId="{4FF520DA-749E-4915-8F1A-209F58EF0184}">
      <dsp:nvSpPr>
        <dsp:cNvPr id="0" name=""/>
        <dsp:cNvSpPr/>
      </dsp:nvSpPr>
      <dsp:spPr>
        <a:xfrm>
          <a:off x="3538810" y="172966"/>
          <a:ext cx="3101429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窗口特征</a:t>
          </a:r>
          <a:endParaRPr lang="LID4096" sz="2400" kern="1200" dirty="0"/>
        </a:p>
      </dsp:txBody>
      <dsp:txXfrm>
        <a:off x="3538810" y="172966"/>
        <a:ext cx="3101429" cy="691200"/>
      </dsp:txXfrm>
    </dsp:sp>
    <dsp:sp modelId="{3C8DC728-03B3-4CF8-9A24-EC251649FF34}">
      <dsp:nvSpPr>
        <dsp:cNvPr id="0" name=""/>
        <dsp:cNvSpPr/>
      </dsp:nvSpPr>
      <dsp:spPr>
        <a:xfrm>
          <a:off x="3538810" y="864166"/>
          <a:ext cx="3101429" cy="25569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anglez_mean_12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anglez_std_12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enmo_mean_60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enmo_std_60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anglez_mean_360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enmo_std_1440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sp:txBody>
      <dsp:txXfrm>
        <a:off x="3538810" y="864166"/>
        <a:ext cx="3101429" cy="2556967"/>
      </dsp:txXfrm>
    </dsp:sp>
    <dsp:sp modelId="{5D12D8C8-EB34-456F-AEDC-262DB2A89D2A}">
      <dsp:nvSpPr>
        <dsp:cNvPr id="0" name=""/>
        <dsp:cNvSpPr/>
      </dsp:nvSpPr>
      <dsp:spPr>
        <a:xfrm>
          <a:off x="7074439" y="172966"/>
          <a:ext cx="3101429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时间特征</a:t>
          </a:r>
          <a:endParaRPr lang="LID4096" sz="2400" kern="1200" dirty="0"/>
        </a:p>
      </dsp:txBody>
      <dsp:txXfrm>
        <a:off x="7074439" y="172966"/>
        <a:ext cx="3101429" cy="691200"/>
      </dsp:txXfrm>
    </dsp:sp>
    <dsp:sp modelId="{D8CD850D-78A5-4D3B-86AE-B5B2181D4EE4}">
      <dsp:nvSpPr>
        <dsp:cNvPr id="0" name=""/>
        <dsp:cNvSpPr/>
      </dsp:nvSpPr>
      <dsp:spPr>
        <a:xfrm>
          <a:off x="7074439" y="864166"/>
          <a:ext cx="3101429" cy="25569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hour_sin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hour_cos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minute_sin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minute_cos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weekday_sin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 err="1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rPr>
            <a:t>weekday_cos</a:t>
          </a:r>
          <a:endParaRPr lang="LID4096" sz="2400" kern="1200" dirty="0">
            <a:solidFill>
              <a:schemeClr val="tx1">
                <a:lumMod val="65000"/>
                <a:lumOff val="35000"/>
              </a:schemeClr>
            </a:solidFill>
            <a:latin typeface="Consolas" panose="020B0609020204030204" pitchFamily="49" charset="0"/>
          </a:endParaRPr>
        </a:p>
      </dsp:txBody>
      <dsp:txXfrm>
        <a:off x="7074439" y="864166"/>
        <a:ext cx="3101429" cy="25569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30C5-5BE9-4E0A-A2D0-95B7A0D08A8F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5A9AB-C437-4E93-A4A3-C0D76D403C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188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GGIR/vignettes/GGIR.html#4_Inspecting_the_results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本质上，这是一个 </a:t>
            </a:r>
            <a:r>
              <a:rPr lang="zh-CN" altLang="en-US" b="1" dirty="0"/>
              <a:t>时间序列事件检测问题</a:t>
            </a:r>
            <a:r>
              <a:rPr lang="zh-CN" altLang="en-US" dirty="0"/>
              <a:t>。与普通分类任务不同，模型不仅要判断“是否睡觉”，还要准确定位事件发生的时间点。因此，最终评价不仅关注分类是否正确，还关注预测事件与真实事件之间的时间距离。</a:t>
            </a:r>
          </a:p>
          <a:p>
            <a:r>
              <a:rPr lang="zh-CN" altLang="en-US" dirty="0"/>
              <a:t>本项目的主要目标不是单纯追求排行榜最高分，而是完整体验一个 </a:t>
            </a:r>
            <a:r>
              <a:rPr lang="en-US" altLang="zh-CN" dirty="0"/>
              <a:t>AI </a:t>
            </a:r>
            <a:r>
              <a:rPr lang="zh-CN" altLang="en-US" dirty="0"/>
              <a:t>项目的流程，包括数据理解、特征构造、模型训练、调参、后处理、提交 </a:t>
            </a:r>
            <a:r>
              <a:rPr lang="en-US" altLang="zh-CN" dirty="0"/>
              <a:t>Kaggle </a:t>
            </a:r>
            <a:r>
              <a:rPr lang="zh-CN" altLang="en-US" dirty="0"/>
              <a:t>以及实验复盘。</a:t>
            </a:r>
          </a:p>
          <a:p>
            <a:endParaRPr lang="LID4096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78027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这也是后面窗口切分、评分容忍范围换算时间时的重要依据。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anglez</a:t>
            </a:r>
            <a:r>
              <a:rPr lang="zh-CN" altLang="en-US" dirty="0"/>
              <a:t> 和 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enmo</a:t>
            </a:r>
            <a:r>
              <a:rPr lang="zh-CN" altLang="en-US" dirty="0"/>
              <a:t> 是模型判断睡眠状态的核心信号：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anglez</a:t>
            </a:r>
            <a:r>
              <a:rPr lang="zh-CN" altLang="en-US" dirty="0"/>
              <a:t> 反映佩戴设备角度变化</a:t>
            </a: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enmo</a:t>
            </a:r>
            <a:r>
              <a:rPr lang="zh-CN" altLang="en-US" dirty="0"/>
              <a:t> 反映身体运动强度</a:t>
            </a:r>
          </a:p>
          <a:p>
            <a:r>
              <a:rPr lang="zh-CN" altLang="en-US" dirty="0"/>
              <a:t>通常人在睡眠期间运动较少，</a:t>
            </a:r>
            <a:r>
              <a:rPr lang="en-US" altLang="zh-C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enmo</a:t>
            </a:r>
            <a:r>
              <a:rPr lang="zh-CN" altLang="en-US" dirty="0"/>
              <a:t> 会相对较低、较平稳；而醒来或入睡前后可能出现运动状态变化。</a:t>
            </a:r>
          </a:p>
          <a:p>
            <a:endParaRPr lang="LID4096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4121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anglez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根据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GGIR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软件包的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计算和描述，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角是一个源自单个加速度计组件的指标，常用于睡眠检测，指的是手臂相对于身体垂直轴的角度。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根据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GGIR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软件包的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计算和描述，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ENMO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是所有加速度计信号的欧氏范数减一，负值四舍五入为零。虽然该领域没有标准的加速度度量，但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ENMO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是几种常用的计算特征之一。</a:t>
            </a:r>
            <a:endParaRPr lang="LID4096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684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\(\hat{s}_j\) </a:t>
            </a:r>
            <a:r>
              <a:rPr lang="zh-CN" altLang="en-US" dirty="0"/>
              <a:t>表示预测所属的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series_id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\(\hat{e}_j\) </a:t>
            </a:r>
            <a:r>
              <a:rPr lang="zh-CN" altLang="en-US" dirty="0"/>
              <a:t>表示预测事件类别</a:t>
            </a:r>
            <a:endParaRPr lang="en-US" altLang="zh-CN" dirty="0"/>
          </a:p>
          <a:p>
            <a:r>
              <a:rPr lang="en-US" altLang="zh-CN" dirty="0"/>
              <a:t>\(\</a:t>
            </a:r>
            <a:r>
              <a:rPr lang="en-US" dirty="0"/>
              <a:t>hat{t}_j\) </a:t>
            </a:r>
            <a:r>
              <a:rPr lang="zh-CN" altLang="en-US" dirty="0"/>
              <a:t>表示预测事件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dirty="0"/>
              <a:t>step\(</a:t>
            </a:r>
            <a:r>
              <a:rPr lang="en-US" dirty="0" err="1"/>
              <a:t>c_j</a:t>
            </a:r>
            <a:r>
              <a:rPr lang="en-US" dirty="0"/>
              <a:t>\) </a:t>
            </a:r>
            <a:r>
              <a:rPr lang="zh-CN" altLang="en-US" dirty="0"/>
              <a:t>表示预测置信度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score</a:t>
            </a:r>
            <a:endParaRPr lang="LID4096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0659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一个很自然的想法是：能不能直接判断某个 </a:t>
            </a:r>
            <a:r>
              <a:rPr lang="en-US" altLang="zh-CN" dirty="0"/>
              <a:t>step </a:t>
            </a:r>
            <a:r>
              <a:rPr lang="zh-CN" altLang="en-US" dirty="0"/>
              <a:t>是不是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onset</a:t>
            </a:r>
            <a:r>
              <a:rPr lang="zh-CN" altLang="en-US" dirty="0"/>
              <a:t> 或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wakeup</a:t>
            </a:r>
            <a:r>
              <a:rPr lang="zh-CN" altLang="en-US" dirty="0"/>
              <a:t>？</a:t>
            </a:r>
          </a:p>
          <a:p>
            <a:r>
              <a:rPr lang="zh-CN" altLang="en-US" dirty="0"/>
              <a:t>理论上可以，但实际效果会很差。原因是事件太稀疏。</a:t>
            </a:r>
          </a:p>
          <a:p>
            <a:r>
              <a:rPr lang="zh-CN" altLang="en-US" dirty="0"/>
              <a:t>例如一条 </a:t>
            </a:r>
            <a:r>
              <a:rPr lang="en-US" altLang="zh-CN" dirty="0"/>
              <a:t>series </a:t>
            </a:r>
            <a:r>
              <a:rPr lang="zh-CN" altLang="en-US" dirty="0"/>
              <a:t>可能有几十万行：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0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1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2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300000</a:t>
            </a:r>
          </a:p>
          <a:p>
            <a:r>
              <a:rPr lang="zh-CN" altLang="en-US" dirty="0"/>
              <a:t>但其中真正的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onset</a:t>
            </a:r>
            <a:r>
              <a:rPr lang="zh-CN" altLang="en-US" dirty="0"/>
              <a:t> 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wakeup</a:t>
            </a:r>
            <a:r>
              <a:rPr lang="zh-CN" altLang="en-US" dirty="0"/>
              <a:t> 可能只有几十个点。</a:t>
            </a:r>
            <a:br>
              <a:rPr lang="zh-CN" altLang="en-US" dirty="0"/>
            </a:br>
            <a:r>
              <a:rPr lang="zh-CN" altLang="en-US" dirty="0"/>
              <a:t>如果直接做二分类，绝大多数样本都是“不是事件”。</a:t>
            </a:r>
          </a:p>
          <a:p>
            <a:r>
              <a:rPr lang="zh-CN" altLang="en-US" dirty="0"/>
              <a:t>这会导致模型学到一个很偷懒的策略：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永远预测不是事件</a:t>
            </a:r>
          </a:p>
          <a:p>
            <a:r>
              <a:rPr lang="zh-CN" altLang="en-US" dirty="0"/>
              <a:t>从普通分类准确率看，它可能还很高，但对比赛任务完全没用。</a:t>
            </a:r>
          </a:p>
          <a:p>
            <a:r>
              <a:rPr lang="zh-CN" altLang="en-US" dirty="0"/>
              <a:t>所以我们的方案不是做普通分类，而是做：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 sequence prediction</a:t>
            </a:r>
          </a:p>
          <a:p>
            <a:r>
              <a:rPr lang="zh-CN" altLang="en-US" dirty="0"/>
              <a:t>也就是对每个时间步输出概率，但通过软标签、采样策略和后处理来适应稀疏事件检测。</a:t>
            </a:r>
          </a:p>
          <a:p>
            <a:endParaRPr lang="LID4096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492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8E20-6A54-8E09-741D-D853746E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8D8590-B076-0BD7-8FAB-EC0A798D6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B7387C-017D-A49E-3F74-6EB659C79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为什么不用普通的小时数字，而用 </a:t>
            </a:r>
            <a:r>
              <a:rPr lang="en-US" altLang="zh-CN" dirty="0"/>
              <a:t>sin/cos</a:t>
            </a:r>
            <a:r>
              <a:rPr lang="zh-CN" altLang="en-US" dirty="0"/>
              <a:t>？</a:t>
            </a:r>
          </a:p>
          <a:p>
            <a:r>
              <a:rPr lang="zh-CN" altLang="en-US" dirty="0"/>
              <a:t>因为时间是周期性的：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23:59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00:01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实际上很接近</a:t>
            </a:r>
          </a:p>
          <a:p>
            <a:r>
              <a:rPr lang="zh-CN" altLang="en-US" dirty="0"/>
              <a:t>但如果直接用数字：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23.98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0.02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差距很大</a:t>
            </a:r>
          </a:p>
          <a:p>
            <a:r>
              <a:rPr lang="zh-CN" altLang="en-US" dirty="0"/>
              <a:t>用 </a:t>
            </a:r>
            <a:r>
              <a:rPr lang="en-US" altLang="zh-CN" dirty="0"/>
              <a:t>sin/cos </a:t>
            </a:r>
            <a:r>
              <a:rPr lang="zh-CN" altLang="en-US" dirty="0"/>
              <a:t>可以更自然地表示这种周期关系。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0E3D55-7381-F65D-9A7C-D062E132D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1900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5C4C-55A1-32E8-29D0-294AEA4D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5BE25E-305C-F528-B573-6C64EC51F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0C8E86-CF29-FB3C-4D5D-D00C34068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一个很自然的想法是：能不能直接判断某个 </a:t>
            </a:r>
            <a:r>
              <a:rPr lang="en-US" altLang="zh-CN" dirty="0"/>
              <a:t>step </a:t>
            </a:r>
            <a:r>
              <a:rPr lang="zh-CN" altLang="en-US" dirty="0"/>
              <a:t>是不是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onset</a:t>
            </a:r>
            <a:r>
              <a:rPr lang="zh-CN" altLang="en-US" dirty="0"/>
              <a:t> 或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wakeup</a:t>
            </a:r>
            <a:r>
              <a:rPr lang="zh-CN" altLang="en-US" dirty="0"/>
              <a:t>？</a:t>
            </a:r>
          </a:p>
          <a:p>
            <a:r>
              <a:rPr lang="zh-CN" altLang="en-US" dirty="0"/>
              <a:t>理论上可以，但实际效果会很差。原因是事件太稀疏。</a:t>
            </a:r>
          </a:p>
          <a:p>
            <a:r>
              <a:rPr lang="zh-CN" altLang="en-US" dirty="0"/>
              <a:t>例如一条 </a:t>
            </a:r>
            <a:r>
              <a:rPr lang="en-US" altLang="zh-CN" dirty="0"/>
              <a:t>series </a:t>
            </a:r>
            <a:r>
              <a:rPr lang="zh-CN" altLang="en-US" dirty="0"/>
              <a:t>可能有几十万行：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0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1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2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300000</a:t>
            </a:r>
          </a:p>
          <a:p>
            <a:r>
              <a:rPr lang="zh-CN" altLang="en-US" dirty="0"/>
              <a:t>但其中真正的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onset</a:t>
            </a:r>
            <a:r>
              <a:rPr lang="zh-CN" altLang="en-US" dirty="0"/>
              <a:t> 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wakeup</a:t>
            </a:r>
            <a:r>
              <a:rPr lang="zh-CN" altLang="en-US" dirty="0"/>
              <a:t> 可能只有几十个点。</a:t>
            </a:r>
            <a:br>
              <a:rPr lang="zh-CN" altLang="en-US" dirty="0"/>
            </a:br>
            <a:r>
              <a:rPr lang="zh-CN" altLang="en-US" dirty="0"/>
              <a:t>如果直接做二分类，绝大多数样本都是“不是事件”。</a:t>
            </a:r>
          </a:p>
          <a:p>
            <a:r>
              <a:rPr lang="zh-CN" altLang="en-US" dirty="0"/>
              <a:t>这会导致模型学到一个很偷懒的策略：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永远预测不是事件</a:t>
            </a:r>
          </a:p>
          <a:p>
            <a:r>
              <a:rPr lang="zh-CN" altLang="en-US" dirty="0"/>
              <a:t>从普通分类准确率看，它可能还很高，但对比赛任务完全没用。</a:t>
            </a:r>
          </a:p>
          <a:p>
            <a:r>
              <a:rPr lang="zh-CN" altLang="en-US" dirty="0"/>
              <a:t>所以我们的方案不是做普通分类，而是做：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 sequence prediction</a:t>
            </a:r>
          </a:p>
          <a:p>
            <a:r>
              <a:rPr lang="zh-CN" altLang="en-US" dirty="0"/>
              <a:t>也就是对每个时间步输出概率，但通过软标签、采样策略和后处理来适应稀疏事件检测。</a:t>
            </a:r>
          </a:p>
          <a:p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A3EEAE-3D0F-CEC1-477C-D51CAFE07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9504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F75E4-6CAA-C958-F3CE-3CF197E8B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BE9688-4D20-6889-283B-A9E3B1E84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63CED5-6DB0-A061-021B-6BAEF615C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一个很自然的想法是：能不能直接判断某个 </a:t>
            </a:r>
            <a:r>
              <a:rPr lang="en-US" altLang="zh-CN" dirty="0"/>
              <a:t>step </a:t>
            </a:r>
            <a:r>
              <a:rPr lang="zh-CN" altLang="en-US" dirty="0"/>
              <a:t>是不是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onset</a:t>
            </a:r>
            <a:r>
              <a:rPr lang="zh-CN" altLang="en-US" dirty="0"/>
              <a:t> 或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wakeup</a:t>
            </a:r>
            <a:r>
              <a:rPr lang="zh-CN" altLang="en-US" dirty="0"/>
              <a:t>？</a:t>
            </a:r>
          </a:p>
          <a:p>
            <a:r>
              <a:rPr lang="zh-CN" altLang="en-US" dirty="0"/>
              <a:t>理论上可以，但实际效果会很差。原因是事件太稀疏。</a:t>
            </a:r>
          </a:p>
          <a:p>
            <a:r>
              <a:rPr lang="zh-CN" altLang="en-US" dirty="0"/>
              <a:t>例如一条 </a:t>
            </a:r>
            <a:r>
              <a:rPr lang="en-US" altLang="zh-CN" dirty="0"/>
              <a:t>series </a:t>
            </a:r>
            <a:r>
              <a:rPr lang="zh-CN" altLang="en-US" dirty="0"/>
              <a:t>可能有几十万行：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0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1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2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300000</a:t>
            </a:r>
          </a:p>
          <a:p>
            <a:r>
              <a:rPr lang="zh-CN" altLang="en-US" dirty="0"/>
              <a:t>但其中真正的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onset</a:t>
            </a:r>
            <a:r>
              <a:rPr lang="zh-CN" altLang="en-US" dirty="0"/>
              <a:t> 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wakeup</a:t>
            </a:r>
            <a:r>
              <a:rPr lang="zh-CN" altLang="en-US" dirty="0"/>
              <a:t> 可能只有几十个点。</a:t>
            </a:r>
            <a:br>
              <a:rPr lang="zh-CN" altLang="en-US" dirty="0"/>
            </a:br>
            <a:r>
              <a:rPr lang="zh-CN" altLang="en-US" dirty="0"/>
              <a:t>如果直接做二分类，绝大多数样本都是“不是事件”。</a:t>
            </a:r>
          </a:p>
          <a:p>
            <a:r>
              <a:rPr lang="zh-CN" altLang="en-US" dirty="0"/>
              <a:t>这会导致模型学到一个很偷懒的策略：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永远预测不是事件</a:t>
            </a:r>
          </a:p>
          <a:p>
            <a:r>
              <a:rPr lang="zh-CN" altLang="en-US" dirty="0"/>
              <a:t>从普通分类准确率看，它可能还很高，但对比赛任务完全没用。</a:t>
            </a:r>
          </a:p>
          <a:p>
            <a:r>
              <a:rPr lang="zh-CN" altLang="en-US" dirty="0"/>
              <a:t>所以我们的方案不是做普通分类，而是做：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 sequence prediction</a:t>
            </a:r>
          </a:p>
          <a:p>
            <a:r>
              <a:rPr lang="zh-CN" altLang="en-US" dirty="0"/>
              <a:t>也就是对每个时间步输出概率，但通过软标签、采样策略和后处理来适应稀疏事件检测。</a:t>
            </a:r>
          </a:p>
          <a:p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10BA2-79E0-1EC9-8B0D-4DD3B3460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6624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4F11-92FF-7523-47AA-94F514E7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7789D4-5768-D3DB-3E91-847794DE6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DDBBE8-E6FD-F73A-B968-52CA668F6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一个很自然的想法是：能不能直接判断某个 </a:t>
            </a:r>
            <a:r>
              <a:rPr lang="en-US" altLang="zh-CN" dirty="0"/>
              <a:t>step </a:t>
            </a:r>
            <a:r>
              <a:rPr lang="zh-CN" altLang="en-US" dirty="0"/>
              <a:t>是不是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onset</a:t>
            </a:r>
            <a:r>
              <a:rPr lang="zh-CN" altLang="en-US" dirty="0"/>
              <a:t> 或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wakeup</a:t>
            </a:r>
            <a:r>
              <a:rPr lang="zh-CN" altLang="en-US" dirty="0"/>
              <a:t>？</a:t>
            </a:r>
          </a:p>
          <a:p>
            <a:r>
              <a:rPr lang="zh-CN" altLang="en-US" dirty="0"/>
              <a:t>理论上可以，但实际效果会很差。原因是事件太稀疏。</a:t>
            </a:r>
          </a:p>
          <a:p>
            <a:r>
              <a:rPr lang="zh-CN" altLang="en-US" dirty="0"/>
              <a:t>例如一条 </a:t>
            </a:r>
            <a:r>
              <a:rPr lang="en-US" altLang="zh-CN" dirty="0"/>
              <a:t>series </a:t>
            </a:r>
            <a:r>
              <a:rPr lang="zh-CN" altLang="en-US" dirty="0"/>
              <a:t>可能有几十万行：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0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1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2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step 300000</a:t>
            </a:r>
          </a:p>
          <a:p>
            <a:r>
              <a:rPr lang="zh-CN" altLang="en-US" dirty="0"/>
              <a:t>但其中真正的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onset</a:t>
            </a:r>
            <a:r>
              <a:rPr lang="zh-CN" altLang="en-US" dirty="0"/>
              <a:t> 和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wakeup</a:t>
            </a:r>
            <a:r>
              <a:rPr lang="zh-CN" altLang="en-US" dirty="0"/>
              <a:t> 可能只有几十个点。</a:t>
            </a:r>
            <a:br>
              <a:rPr lang="zh-CN" altLang="en-US" dirty="0"/>
            </a:br>
            <a:r>
              <a:rPr lang="zh-CN" altLang="en-US" dirty="0"/>
              <a:t>如果直接做二分类，绝大多数样本都是“不是事件”。</a:t>
            </a:r>
          </a:p>
          <a:p>
            <a:r>
              <a:rPr lang="zh-CN" altLang="en-US" dirty="0"/>
              <a:t>这会导致模型学到一个很偷懒的策略：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永远预测不是事件</a:t>
            </a:r>
          </a:p>
          <a:p>
            <a:r>
              <a:rPr lang="zh-CN" altLang="en-US" dirty="0"/>
              <a:t>从普通分类准确率看，它可能还很高，但对比赛任务完全没用。</a:t>
            </a:r>
          </a:p>
          <a:p>
            <a:r>
              <a:rPr lang="zh-CN" altLang="en-US" dirty="0"/>
              <a:t>所以我们的方案不是做普通分类，而是做：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dense sequence prediction</a:t>
            </a:r>
          </a:p>
          <a:p>
            <a:r>
              <a:rPr lang="zh-CN" altLang="en-US" dirty="0"/>
              <a:t>也就是对每个时间步输出概率，但通过软标签、采样策略和后处理来适应稀疏事件检测。</a:t>
            </a:r>
          </a:p>
          <a:p>
            <a:endParaRPr lang="en-US" dirty="0"/>
          </a:p>
          <a:p>
            <a:r>
              <a:rPr lang="zh-CN" altLang="en-US" dirty="0"/>
              <a:t>为了解决事件稀疏和类别不平衡问题，我们引入了 </a:t>
            </a:r>
            <a:r>
              <a:rPr lang="en-US" altLang="zh-CN" dirty="0"/>
              <a:t>Focal Loss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Focal Loss </a:t>
            </a:r>
            <a:r>
              <a:rPr lang="zh-CN" altLang="en-US" dirty="0"/>
              <a:t>最早常用于目标检测任务。目标检测也有类似问题：</a:t>
            </a:r>
          </a:p>
          <a:p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1176E2-EE6A-C6B7-AD08-78B437AFF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3348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E1BD4-B2FE-8866-F4BC-FD5F8C7A1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D59C1C-F760-0640-DED2-9E538539F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D297AB-0D5C-F52A-3359-728990C05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250A45-D8F7-9544-47D2-8BA72419E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7811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AF803-ADCF-83C1-A451-9F03E6C7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6C8A4A-770B-0B65-2897-32F76FCE1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6AB91D-2111-4D5C-87E6-F846063C6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35E807-8BED-07C8-9ED8-FF33B60AF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5A9AB-C437-4E93-A4A3-C0D76D403C26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6324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4632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q"/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09326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1619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280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652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9859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1231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370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697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85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1A30CA-00A7-4D1B-9D97-C2AB98422843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B9B8593-38AC-41FA-86A9-C1B26431E2E3}" type="slidenum">
              <a:rPr lang="LID4096" smtClean="0"/>
              <a:t>‹#›</a:t>
            </a:fld>
            <a:endParaRPr lang="LID4096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6602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BA60E-5B69-06D5-F88F-26DFA9F2F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1348" y="2489866"/>
            <a:ext cx="8529303" cy="3352805"/>
          </a:xfrm>
        </p:spPr>
        <p:txBody>
          <a:bodyPr/>
          <a:lstStyle/>
          <a:p>
            <a:r>
              <a:rPr lang="zh-CN" altLang="en-US" sz="6000" b="1" dirty="0"/>
              <a:t>基于深度学习的</a:t>
            </a:r>
            <a:br>
              <a:rPr lang="en-US" altLang="zh-CN" sz="6000" b="1" dirty="0"/>
            </a:br>
            <a:r>
              <a:rPr lang="zh-CN" altLang="en-US" sz="6000" b="1" dirty="0"/>
              <a:t>睡眠状态事件检测</a:t>
            </a:r>
            <a:br>
              <a:rPr lang="en-US" b="1" dirty="0"/>
            </a:br>
            <a:endParaRPr lang="LID4096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013F18-882F-67EB-5AA8-02554B0BFD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0" dirty="0">
                <a:latin typeface="+mj-ea"/>
                <a:ea typeface="+mj-ea"/>
              </a:rPr>
              <a:t>孙育泉</a:t>
            </a:r>
            <a:r>
              <a:rPr lang="en-US" altLang="zh-CN" b="0" dirty="0">
                <a:latin typeface="+mj-ea"/>
                <a:ea typeface="+mj-ea"/>
              </a:rPr>
              <a:t> 10234900421</a:t>
            </a:r>
            <a:endParaRPr lang="LID4096" b="0" dirty="0"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507D77-5740-6572-2789-0DC1821AE406}"/>
              </a:ext>
            </a:extLst>
          </p:cNvPr>
          <p:cNvSpPr txBox="1"/>
          <p:nvPr/>
        </p:nvSpPr>
        <p:spPr>
          <a:xfrm>
            <a:off x="7284769" y="6590670"/>
            <a:ext cx="5145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85000"/>
                  </a:schemeClr>
                </a:solidFill>
              </a:rPr>
              <a:t>https://www.kaggle.com/competitions/child-mind-institute-detect-sleep-states</a:t>
            </a:r>
            <a:endParaRPr lang="LID4096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03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584E3-86A1-E129-F6DB-15F3FA7D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LID4096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CFB170-E6FC-74A3-3716-B2E1A4F53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313" y="1880477"/>
            <a:ext cx="3201052" cy="3593591"/>
          </a:xfrm>
        </p:spPr>
        <p:txBody>
          <a:bodyPr/>
          <a:lstStyle/>
          <a:p>
            <a:r>
              <a:rPr lang="zh-CN" altLang="en-US" sz="4800" dirty="0"/>
              <a:t>背景介绍</a:t>
            </a:r>
            <a:endParaRPr lang="en-US" altLang="zh-CN" sz="4800" dirty="0"/>
          </a:p>
          <a:p>
            <a:r>
              <a:rPr lang="zh-CN" altLang="en-US" sz="4800" dirty="0"/>
              <a:t>任务分析</a:t>
            </a:r>
            <a:endParaRPr lang="en-US" altLang="zh-CN" sz="4800" dirty="0"/>
          </a:p>
          <a:p>
            <a:r>
              <a:rPr lang="zh-CN" altLang="en-US" sz="4800" dirty="0"/>
              <a:t>我的方案</a:t>
            </a:r>
            <a:endParaRPr lang="en-US" altLang="zh-CN" sz="4800" dirty="0"/>
          </a:p>
          <a:p>
            <a:r>
              <a:rPr lang="zh-CN" altLang="en-US" sz="4800" dirty="0"/>
              <a:t>实验结果</a:t>
            </a:r>
            <a:endParaRPr lang="en-US" altLang="zh-CN" sz="4800" dirty="0"/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2788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2FED-16E8-850C-7C60-31316732D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CBECA-B148-C48D-C763-4E1FA357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LID4096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7DD68-B09F-7FBA-8B80-0883C7F6B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313" y="1880477"/>
            <a:ext cx="3201052" cy="3593591"/>
          </a:xfrm>
        </p:spPr>
        <p:txBody>
          <a:bodyPr/>
          <a:lstStyle/>
          <a:p>
            <a:r>
              <a:rPr lang="zh-CN" altLang="en-US" sz="4800" b="1" dirty="0"/>
              <a:t>背景介绍</a:t>
            </a:r>
            <a:endParaRPr lang="en-US" altLang="zh-CN" sz="4800" b="1" dirty="0"/>
          </a:p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任务分析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我的方案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实验结果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3887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32C8A-8B3B-E31B-9003-6D10F32F2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48850"/>
          </a:xfrm>
        </p:spPr>
        <p:txBody>
          <a:bodyPr/>
          <a:lstStyle/>
          <a:p>
            <a:r>
              <a:rPr lang="zh-CN" altLang="en-US" dirty="0"/>
              <a:t>背景介绍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CE56AA-D8FD-0EB7-5A90-A6988425E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8026" y="2478157"/>
            <a:ext cx="4287731" cy="230394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该任务的目标是根据手环传感器采集到的时间序列数据，自动检测儿童睡眠过程中的两个关键事件：</a:t>
            </a:r>
            <a:endParaRPr lang="en-US" altLang="zh-CN" dirty="0"/>
          </a:p>
          <a:p>
            <a:r>
              <a:rPr lang="en-US" altLang="zh-CN" dirty="0">
                <a:latin typeface="Consolas" panose="020B0609020204030204" pitchFamily="49" charset="0"/>
              </a:rPr>
              <a:t>onset</a:t>
            </a:r>
            <a:r>
              <a:rPr lang="en-US" altLang="zh-CN" dirty="0"/>
              <a:t> </a:t>
            </a:r>
            <a:r>
              <a:rPr lang="zh-CN" altLang="en-US" dirty="0"/>
              <a:t>入睡时刻</a:t>
            </a:r>
            <a:endParaRPr lang="en-US" altLang="zh-CN" dirty="0"/>
          </a:p>
          <a:p>
            <a:r>
              <a:rPr lang="en-US" altLang="zh-CN" dirty="0">
                <a:latin typeface="Consolas" panose="020B0609020204030204" pitchFamily="49" charset="0"/>
              </a:rPr>
              <a:t>wakeup</a:t>
            </a:r>
            <a:r>
              <a:rPr lang="en-US" altLang="zh-CN" dirty="0"/>
              <a:t> </a:t>
            </a:r>
            <a:r>
              <a:rPr lang="zh-CN" altLang="en-US" dirty="0"/>
              <a:t>醒来时刻</a:t>
            </a:r>
            <a:endParaRPr lang="en-US" altLang="zh-CN" dirty="0"/>
          </a:p>
          <a:p>
            <a:endParaRPr lang="LID4096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D069BDB-FF2E-0216-C0EE-6A5A4C9151CA}"/>
              </a:ext>
            </a:extLst>
          </p:cNvPr>
          <p:cNvSpPr txBox="1">
            <a:spLocks/>
          </p:cNvSpPr>
          <p:nvPr/>
        </p:nvSpPr>
        <p:spPr>
          <a:xfrm>
            <a:off x="2080591" y="1722785"/>
            <a:ext cx="8846479" cy="1179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/>
              <a:t>本项目来自 </a:t>
            </a:r>
            <a:r>
              <a:rPr lang="en-US" dirty="0"/>
              <a:t>Kaggle </a:t>
            </a:r>
            <a:r>
              <a:rPr lang="zh-CN" altLang="en-US" dirty="0"/>
              <a:t>比赛 </a:t>
            </a:r>
            <a:r>
              <a:rPr lang="en-US" b="1" dirty="0"/>
              <a:t>Child Mind Institute - Detect Sleep States</a:t>
            </a:r>
            <a:r>
              <a:rPr lang="en-US" dirty="0"/>
              <a:t>。</a:t>
            </a:r>
            <a:endParaRPr lang="LID4096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04695F0-CCCA-1933-DF24-A18580EC21A3}"/>
              </a:ext>
            </a:extLst>
          </p:cNvPr>
          <p:cNvSpPr txBox="1">
            <a:spLocks/>
          </p:cNvSpPr>
          <p:nvPr/>
        </p:nvSpPr>
        <p:spPr>
          <a:xfrm>
            <a:off x="6386244" y="2478157"/>
            <a:ext cx="4287731" cy="3578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数据主要包括每个时间步的传感器特征，例如：</a:t>
            </a:r>
            <a:endParaRPr lang="en-US" altLang="zh-CN" dirty="0"/>
          </a:p>
          <a:p>
            <a:r>
              <a:rPr lang="en-US" dirty="0" err="1">
                <a:latin typeface="Consolas" panose="020B0609020204030204" pitchFamily="49" charset="0"/>
              </a:rPr>
              <a:t>anglez</a:t>
            </a:r>
            <a:r>
              <a:rPr lang="en-US" dirty="0"/>
              <a:t> </a:t>
            </a:r>
            <a:r>
              <a:rPr lang="zh-CN" altLang="en-US" dirty="0"/>
              <a:t>手腕角度</a:t>
            </a:r>
            <a:endParaRPr lang="en-US" dirty="0"/>
          </a:p>
          <a:p>
            <a:r>
              <a:rPr lang="en-US" dirty="0" err="1">
                <a:latin typeface="Consolas" panose="020B0609020204030204" pitchFamily="49" charset="0"/>
              </a:rPr>
              <a:t>enmo</a:t>
            </a:r>
            <a:r>
              <a:rPr lang="en-US" dirty="0"/>
              <a:t> </a:t>
            </a:r>
            <a:r>
              <a:rPr lang="zh-CN" altLang="en-US" dirty="0"/>
              <a:t>运动强度</a:t>
            </a:r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timestamp</a:t>
            </a:r>
            <a:r>
              <a:rPr lang="en-US" dirty="0"/>
              <a:t> </a:t>
            </a:r>
            <a:r>
              <a:rPr lang="zh-CN" altLang="en-US" dirty="0"/>
              <a:t>时间戳</a:t>
            </a:r>
            <a:endParaRPr lang="en-US" dirty="0"/>
          </a:p>
          <a:p>
            <a:r>
              <a:rPr lang="en-US" dirty="0" err="1">
                <a:latin typeface="Consolas" panose="020B0609020204030204" pitchFamily="49" charset="0"/>
              </a:rPr>
              <a:t>series_id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zh-CN" altLang="en-US" dirty="0"/>
              <a:t>记录序列的编号</a:t>
            </a:r>
            <a:endParaRPr lang="en-US" altLang="zh-CN" dirty="0"/>
          </a:p>
          <a:p>
            <a:r>
              <a:rPr lang="en-US" dirty="0">
                <a:latin typeface="Consolas" panose="020B0609020204030204" pitchFamily="49" charset="0"/>
              </a:rPr>
              <a:t>step</a:t>
            </a:r>
            <a:r>
              <a:rPr lang="en-US" dirty="0"/>
              <a:t> </a:t>
            </a:r>
            <a:r>
              <a:rPr lang="zh-CN" altLang="en-US" dirty="0"/>
              <a:t>时间序列中的步数</a:t>
            </a:r>
            <a:endParaRPr lang="LID4096" dirty="0"/>
          </a:p>
        </p:txBody>
      </p:sp>
      <p:pic>
        <p:nvPicPr>
          <p:cNvPr id="1029" name="Picture 5" descr="SNF GC Logo">
            <a:extLst>
              <a:ext uri="{FF2B5EF4-FFF2-40B4-BE49-F238E27FC236}">
                <a16:creationId xmlns:a16="http://schemas.microsoft.com/office/drawing/2014/main" id="{2E7A531F-C855-E9F2-7E7C-0CB59C759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234" y="906810"/>
            <a:ext cx="2282188" cy="7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45604381-C5AD-1AEA-9BEE-1A9ACAF3B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946" y="4596245"/>
            <a:ext cx="2709890" cy="135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98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8ECF9-09E6-E5CD-FF90-69FF25FE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6C9D5-5866-EF55-4D32-9B523631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LID4096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289DC8-EA45-4A80-B22C-AFC2C7F33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313" y="1880477"/>
            <a:ext cx="3201052" cy="3593591"/>
          </a:xfrm>
        </p:spPr>
        <p:txBody>
          <a:bodyPr/>
          <a:lstStyle/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背景介绍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4800" b="1" dirty="0"/>
              <a:t>任务分析</a:t>
            </a:r>
            <a:endParaRPr lang="en-US" altLang="zh-CN" sz="4800" b="1" dirty="0"/>
          </a:p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我的方案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实验结果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8102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71819-979F-0715-2D67-C83D8F37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任务分析</a:t>
            </a:r>
            <a:br>
              <a:rPr lang="en-US" altLang="zh-CN" dirty="0"/>
            </a:br>
            <a:r>
              <a:rPr lang="zh-CN" altLang="en-US" b="0" dirty="0"/>
              <a:t>数据集结构</a:t>
            </a:r>
            <a:endParaRPr lang="LID4096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6DBCB5-4F84-725A-7359-74E430251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7978" y="2238892"/>
            <a:ext cx="10467882" cy="42367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datasets/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├── </a:t>
            </a:r>
            <a:r>
              <a:rPr lang="en-US" sz="2400" dirty="0" err="1">
                <a:latin typeface="Consolas" panose="020B0609020204030204" pitchFamily="49" charset="0"/>
              </a:rPr>
              <a:t>train_series.parquet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训练用传感器时间序列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├── train_events.csv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训练集真实事件标注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├── </a:t>
            </a:r>
            <a:r>
              <a:rPr lang="en-US" sz="2400" dirty="0" err="1">
                <a:latin typeface="Consolas" panose="020B0609020204030204" pitchFamily="49" charset="0"/>
              </a:rPr>
              <a:t>test_series.parquet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测试集传感器时间序列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└── sample_submission.csv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提交格式样例</a:t>
            </a:r>
            <a:endParaRPr lang="LID4096" sz="2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4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2A95-0D80-F149-D00A-71F5050C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0D767-3CBF-C004-9F3C-D8C7D6BC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任务分析</a:t>
            </a:r>
            <a:br>
              <a:rPr lang="en-US" altLang="zh-CN" dirty="0"/>
            </a:br>
            <a:r>
              <a:rPr lang="zh-CN" altLang="en-US" b="0" dirty="0"/>
              <a:t>数据集结构</a:t>
            </a:r>
            <a:endParaRPr lang="LID4096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035131-E6CB-6AEC-90F5-F06CF1649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958" y="382385"/>
            <a:ext cx="6353082" cy="13653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datasets/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├── </a:t>
            </a:r>
            <a:r>
              <a:rPr lang="en-US" sz="1800" dirty="0" err="1">
                <a:latin typeface="Consolas" panose="020B0609020204030204" pitchFamily="49" charset="0"/>
              </a:rPr>
              <a:t>train_series.parquet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</a:rPr>
              <a:t>训练用传感器时间序列</a:t>
            </a:r>
            <a:endParaRPr lang="en-US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└── ...</a:t>
            </a:r>
            <a:endParaRPr lang="LID4096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9EFB3F-3945-57C5-50CF-3038D6499883}"/>
              </a:ext>
            </a:extLst>
          </p:cNvPr>
          <p:cNvSpPr txBox="1"/>
          <p:nvPr/>
        </p:nvSpPr>
        <p:spPr>
          <a:xfrm>
            <a:off x="2047968" y="1747752"/>
            <a:ext cx="9382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series_id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    step   timestamp               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anglez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enmo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038441c925bb  0      2018-08-14T15:30:00-0400   2.6367   0.0217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038441c925bb  1      2018-08-14T15:30:05-0400   2.6368   0.0215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038441c925bb  2      2018-08-14T15:30:10-0400   2.6370   0.0216</a:t>
            </a:r>
            <a:endParaRPr lang="LID4096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3C881C-D18F-AE49-DABF-258D030BB366}"/>
              </a:ext>
            </a:extLst>
          </p:cNvPr>
          <p:cNvSpPr txBox="1"/>
          <p:nvPr/>
        </p:nvSpPr>
        <p:spPr>
          <a:xfrm>
            <a:off x="9011807" y="3965395"/>
            <a:ext cx="25716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行数：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127,946,340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series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数量：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277</a:t>
            </a:r>
          </a:p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列数：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1 step = 5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秒</a:t>
            </a:r>
          </a:p>
          <a:p>
            <a:endParaRPr lang="LID4096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F1C29EE-8D95-9C18-5013-BA132BE14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56" y="3052662"/>
            <a:ext cx="7215719" cy="330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81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384A1-AC21-0485-02AA-0F556C347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FF884-D969-5C79-8FEE-B262B7EFC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任务分析</a:t>
            </a:r>
            <a:br>
              <a:rPr lang="en-US" altLang="zh-CN" dirty="0"/>
            </a:br>
            <a:r>
              <a:rPr lang="zh-CN" altLang="en-US" b="0" dirty="0"/>
              <a:t>数据集结构</a:t>
            </a:r>
            <a:endParaRPr lang="LID4096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158B1-EE73-2F00-818E-5A5257B32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918" y="376150"/>
            <a:ext cx="6048282" cy="13577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datasets/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├── train_events.csv 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</a:rPr>
              <a:t>训练集真实事件标注</a:t>
            </a:r>
            <a:endParaRPr lang="en-US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└── ...</a:t>
            </a:r>
            <a:endParaRPr lang="LID4096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4B9DD1-5919-5AA6-1667-36042F6481CF}"/>
              </a:ext>
            </a:extLst>
          </p:cNvPr>
          <p:cNvSpPr txBox="1"/>
          <p:nvPr/>
        </p:nvSpPr>
        <p:spPr>
          <a:xfrm>
            <a:off x="2505168" y="2413337"/>
            <a:ext cx="93820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series_id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    night  event   step     timestamp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038441c925bb  1      onset   4992.0   2018-08-14T22:26:00-0400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038441c925bb  1      wakeup  10932.0  2018-08-15T06:41:00-0400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038441c925bb  2      onset   20244.0  2018-08-15T19:37:00-0400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038441c925bb  2      wakeup  27492.0  2018-08-16T05:41:00-0400</a:t>
            </a:r>
          </a:p>
          <a:p>
            <a:r>
              <a:rPr lang="sv-S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038441c925bb  5      onset   NaN      NaN</a:t>
            </a:r>
          </a:p>
          <a:p>
            <a:r>
              <a:rPr lang="sv-S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038441c925bb  5      wakeup  NaN      NaN</a:t>
            </a:r>
            <a:endParaRPr lang="LID4096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641C19-77A5-2855-469C-ED0E6827BC62}"/>
              </a:ext>
            </a:extLst>
          </p:cNvPr>
          <p:cNvSpPr txBox="1"/>
          <p:nvPr/>
        </p:nvSpPr>
        <p:spPr>
          <a:xfrm>
            <a:off x="8460198" y="4946750"/>
            <a:ext cx="2571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总行数：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14,508</a:t>
            </a:r>
          </a:p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series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数量：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277</a:t>
            </a:r>
          </a:p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有效标注行数：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9,585</a:t>
            </a:r>
            <a:endParaRPr lang="LID4096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075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FAC1-6471-CFE4-CF50-906A755F6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0FC7E-3DC8-1894-8A4A-86AC6A05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任务分析</a:t>
            </a:r>
            <a:br>
              <a:rPr lang="en-US" altLang="zh-CN" dirty="0"/>
            </a:br>
            <a:r>
              <a:rPr lang="zh-CN" altLang="en-US" b="0" dirty="0"/>
              <a:t>数据集结构</a:t>
            </a:r>
            <a:endParaRPr lang="LID4096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EF22D6-E953-7022-F88E-4B5D939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2385"/>
            <a:ext cx="5766342" cy="14187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datasets/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├── </a:t>
            </a:r>
            <a:r>
              <a:rPr lang="en-US" sz="1800" dirty="0" err="1">
                <a:latin typeface="Consolas" panose="020B0609020204030204" pitchFamily="49" charset="0"/>
              </a:rPr>
              <a:t>test_series.parquet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</a:rPr>
              <a:t>测试集传感器时间序列</a:t>
            </a:r>
            <a:endParaRPr lang="en-US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└── ...</a:t>
            </a:r>
            <a:endParaRPr lang="LID4096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565302-D95A-9799-0408-14BF19F66309}"/>
              </a:ext>
            </a:extLst>
          </p:cNvPr>
          <p:cNvSpPr txBox="1"/>
          <p:nvPr/>
        </p:nvSpPr>
        <p:spPr>
          <a:xfrm>
            <a:off x="2648043" y="3429000"/>
            <a:ext cx="7385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series_id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    step   timestamp    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anglez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enmo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......        ...    ......          ......	  ......</a:t>
            </a:r>
          </a:p>
        </p:txBody>
      </p:sp>
    </p:spTree>
    <p:extLst>
      <p:ext uri="{BB962C8B-B14F-4D97-AF65-F5344CB8AC3E}">
        <p14:creationId xmlns:p14="http://schemas.microsoft.com/office/powerpoint/2010/main" val="4049048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A803E-66E5-DDE7-15F7-E256AF42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D29B3-26DD-1499-EA18-3CE7D472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任务分析</a:t>
            </a:r>
            <a:br>
              <a:rPr lang="en-US" altLang="zh-CN" dirty="0"/>
            </a:br>
            <a:r>
              <a:rPr lang="zh-CN" altLang="en-US" b="0" dirty="0"/>
              <a:t>数据集结构</a:t>
            </a:r>
            <a:endParaRPr lang="LID4096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D2ED79-FEDA-FFC3-BC68-B92670CE4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039" y="382385"/>
            <a:ext cx="5446302" cy="13577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datasets/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├── ...</a:t>
            </a:r>
            <a:endParaRPr lang="en-US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└── sample_submission.csv 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</a:rPr>
              <a:t>提交格式样例</a:t>
            </a:r>
            <a:endParaRPr lang="LID4096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FE3124-8D0D-335F-52B4-8D593A03EF4C}"/>
              </a:ext>
            </a:extLst>
          </p:cNvPr>
          <p:cNvSpPr txBox="1"/>
          <p:nvPr/>
        </p:nvSpPr>
        <p:spPr>
          <a:xfrm>
            <a:off x="3108054" y="3017262"/>
            <a:ext cx="5975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row_id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series_id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    step  event   score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       038441c925bb  100   onset   0.0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1       038441c925bb  105   wakeup  0.0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2       03d92c9f6f8a  80    onset   0.5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3       03d92c9f6f8a  110   wakeup  0.5</a:t>
            </a:r>
            <a:endParaRPr lang="LID4096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560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5A091-B7D5-84CD-EA78-3AF1034D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0FD74-8F3D-81CE-6F26-5EEAD5C5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任务分析</a:t>
            </a:r>
            <a:br>
              <a:rPr lang="en-US" altLang="zh-CN" dirty="0"/>
            </a:br>
            <a:r>
              <a:rPr lang="zh-CN" altLang="en-US" b="0" dirty="0"/>
              <a:t>评价指标</a:t>
            </a:r>
            <a:endParaRPr lang="LID4096" b="0" dirty="0"/>
          </a:p>
        </p:txBody>
      </p:sp>
      <p:pic>
        <p:nvPicPr>
          <p:cNvPr id="15" name="图形 14" descr="typst: #set page(width: auto, height: auto, margin:5pt)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15pt, font:(en-font-sans, cn-font-sans))&#10;&#10;&#10;$&#10;G=lr({g_i})_(i=1) ^(N), g_i = (s_i, e_i, t_i), G_e=lr({g_i in G mid(|) e_i=e})&#10;$&#10;&#10;$&#10;P=lr({p_j})_(j=1) ^(M), p_j=(hat(s_j), hat(e_j), hat(t_j), c_j), P_e=lr({p_j in P mid(|) hat(e_j)=e})&#10;$&#10;&#10;$&#10;(hat(s_j)=s_i) and (hat(e_j)=e_i) and (abs(hat(t_j)-t_i)&lt;=tau) =&gt; p_j -&gt; &quot;TP&quot;&#10;$&#10;&#10;$&#10;c_1&gt;=c_2&gt;=dots.h.c&gt;=c_M&#10;$&#10;">
            <a:extLst>
              <a:ext uri="{FF2B5EF4-FFF2-40B4-BE49-F238E27FC236}">
                <a16:creationId xmlns:a16="http://schemas.microsoft.com/office/drawing/2014/main" id="{CD6921B5-4265-E313-1F54-EC0FE5F1C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0175" y="3145159"/>
            <a:ext cx="4695825" cy="18383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FC3CB24-92B9-A8B4-2DF3-17D20A5CAB00}"/>
              </a:ext>
            </a:extLst>
          </p:cNvPr>
          <p:cNvSpPr/>
          <p:nvPr/>
        </p:nvSpPr>
        <p:spPr>
          <a:xfrm>
            <a:off x="1572577" y="3145159"/>
            <a:ext cx="4351020" cy="360041"/>
          </a:xfrm>
          <a:prstGeom prst="rect">
            <a:avLst/>
          </a:pr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79DA08-A11C-64DF-E595-8EA02017EEDF}"/>
              </a:ext>
            </a:extLst>
          </p:cNvPr>
          <p:cNvSpPr/>
          <p:nvPr/>
        </p:nvSpPr>
        <p:spPr>
          <a:xfrm>
            <a:off x="1400175" y="3704280"/>
            <a:ext cx="4695824" cy="360041"/>
          </a:xfrm>
          <a:prstGeom prst="rect">
            <a:avLst/>
          </a:pr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485AE72-3874-A582-EFC6-8280C607A660}"/>
              </a:ext>
            </a:extLst>
          </p:cNvPr>
          <p:cNvSpPr txBox="1"/>
          <p:nvPr/>
        </p:nvSpPr>
        <p:spPr>
          <a:xfrm>
            <a:off x="1572577" y="27614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真实事件</a:t>
            </a:r>
            <a:endParaRPr lang="LID4096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59D1CFE-F9C6-99AB-F2D7-2D54CE9CED59}"/>
              </a:ext>
            </a:extLst>
          </p:cNvPr>
          <p:cNvSpPr txBox="1"/>
          <p:nvPr/>
        </p:nvSpPr>
        <p:spPr>
          <a:xfrm>
            <a:off x="709016" y="40511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预测事件</a:t>
            </a:r>
            <a:endParaRPr lang="LID4096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3" name="图形 22" descr="typst: #set page(width: auto, height: auto, margin:5pt)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15pt, font:(en-font-sans, cn-font-sans))&#10;#import &quot;@preview/physica:0.9.8&quot;:*&#10;&#10;$&#10;forall g_i in G, g_i &quot;can be matched at most once&quot;&#10;$&#10;&#10;$&#10;&quot;TP&quot;(k)=sum_(j=1)^(k) II(p_j -&gt; &quot;TP&quot;), &quot;FP&quot;(k)=sum_(j=1)^(k) II(p_j -&gt; &quot;FP&quot;), \&#10;&quot;Precision&quot;(k) = frac(&quot;TP&quot;(k), &quot;TP&quot;(k)+&quot;FP&quot;(k)), &quot;Recall&quot;(k) = frac(&quot;TP&quot;(k), abs(G_e))&#10;$&#10;&#10;$&#10;&quot;AP&quot;(e,tau)&amp;=integral_(0) ^(1) &quot;Prec&quot;_e (r;tau) dd(r)\&#10;&amp;= sum_(k=1)^(M) [&quot;Recall&quot;(k)-&quot;Recall&quot;(k-1)] dot max_(tilde(k)&gt;=k) &quot;Precision&quot;(tilde(k))&#10;$&#10;&#10;$&#10;cal(E)=lr({&quot;onset&quot;, &quot;wakeup&quot;}), cal(T)={12,36,60, dots.h.c, 360} \&#10;&quot;Score&quot; = frac(1, abs(cal(E))dot abs(cal(T))) sum_(e in cal(E)) sum_(tau in cal(T)) &quot;AP&quot;(e,tau)&#10;$&#10;">
            <a:extLst>
              <a:ext uri="{FF2B5EF4-FFF2-40B4-BE49-F238E27FC236}">
                <a16:creationId xmlns:a16="http://schemas.microsoft.com/office/drawing/2014/main" id="{192C24AF-2A33-01CD-29CC-4F38508E86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8401" y="2035496"/>
            <a:ext cx="5095875" cy="405765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34806371-7F01-EBC6-6D60-962013930747}"/>
              </a:ext>
            </a:extLst>
          </p:cNvPr>
          <p:cNvSpPr/>
          <p:nvPr/>
        </p:nvSpPr>
        <p:spPr>
          <a:xfrm>
            <a:off x="6640828" y="2429357"/>
            <a:ext cx="4351020" cy="1274923"/>
          </a:xfrm>
          <a:prstGeom prst="rect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51609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FB1EA-782B-9163-200B-648B28EE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88C41-4500-958C-B656-A9A78CF53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LID4096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17A6D3-8140-7627-22C9-689697F87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313" y="1880477"/>
            <a:ext cx="3201052" cy="3593591"/>
          </a:xfrm>
        </p:spPr>
        <p:txBody>
          <a:bodyPr/>
          <a:lstStyle/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背景介绍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任务分析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4800" b="1" dirty="0"/>
              <a:t>我的方案</a:t>
            </a:r>
            <a:endParaRPr lang="en-US" altLang="zh-CN" sz="4800" b="1" dirty="0"/>
          </a:p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实验结果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83146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750C-557F-77C4-1557-0412A37B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94CC3-DF24-0D73-E448-5D5C4AB07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我的方案</a:t>
            </a:r>
            <a:br>
              <a:rPr lang="en-US" altLang="zh-CN" dirty="0"/>
            </a:br>
            <a:r>
              <a:rPr lang="zh-CN" altLang="en-US" b="0" dirty="0"/>
              <a:t>流程思路</a:t>
            </a:r>
            <a:endParaRPr lang="LID4096" b="0" dirty="0"/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ECAEE4A4-E483-6707-E321-0099F595B1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664268"/>
              </p:ext>
            </p:extLst>
          </p:nvPr>
        </p:nvGraphicFramePr>
        <p:xfrm>
          <a:off x="1251678" y="206502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5412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D956C-75E0-B3F8-45E7-467B5963C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FA516-3F14-5A9D-E2BF-206C3110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我的方案</a:t>
            </a:r>
            <a:br>
              <a:rPr lang="en-US" altLang="zh-CN" dirty="0"/>
            </a:br>
            <a:r>
              <a:rPr lang="zh-CN" altLang="en-US" b="0" dirty="0"/>
              <a:t>特征工程</a:t>
            </a:r>
            <a:endParaRPr lang="LID4096" b="0" dirty="0"/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0B7C4BBC-ADC9-DFC5-487A-380186EDE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8501205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462CFB2-CB41-357A-45FF-873D7CE849B6}"/>
              </a:ext>
            </a:extLst>
          </p:cNvPr>
          <p:cNvSpPr txBox="1"/>
          <p:nvPr/>
        </p:nvSpPr>
        <p:spPr>
          <a:xfrm>
            <a:off x="4852756" y="5880100"/>
            <a:ext cx="2992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window_size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: 7200 =&gt; 10 h</a:t>
            </a:r>
          </a:p>
        </p:txBody>
      </p:sp>
    </p:spTree>
    <p:extLst>
      <p:ext uri="{BB962C8B-B14F-4D97-AF65-F5344CB8AC3E}">
        <p14:creationId xmlns:p14="http://schemas.microsoft.com/office/powerpoint/2010/main" val="464704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FEAA-B5CE-C47D-075E-979FE5B7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9A526-5707-FB73-3FBB-ADA2635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我的方案</a:t>
            </a:r>
            <a:br>
              <a:rPr lang="en-US" altLang="zh-CN" dirty="0"/>
            </a:br>
            <a:r>
              <a:rPr lang="zh-CN" altLang="en-US" b="0" dirty="0"/>
              <a:t>标签设计</a:t>
            </a:r>
            <a:endParaRPr lang="LID4096" b="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76E391-4BF3-035B-D584-EC7803EDA8F9}"/>
              </a:ext>
            </a:extLst>
          </p:cNvPr>
          <p:cNvSpPr txBox="1"/>
          <p:nvPr/>
        </p:nvSpPr>
        <p:spPr>
          <a:xfrm>
            <a:off x="2222862" y="2543175"/>
            <a:ext cx="2943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One-Hot</a:t>
            </a:r>
            <a:endParaRPr lang="LID4096" sz="48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图形 9" descr="typst: #import &quot;@preview/physica:0.9.8&quot;:*&#10;#set page(width: auto, height: auto, margin:5pt)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20pt, font:(en-font-sans, cn-font-sans))&#10;&#10;$&#10;y(t)=vb(w)^TT exp(-frac((t-t_0)^(2) , 2vb(sigma)^(2)))&#10;$&#10;">
            <a:extLst>
              <a:ext uri="{FF2B5EF4-FFF2-40B4-BE49-F238E27FC236}">
                <a16:creationId xmlns:a16="http://schemas.microsoft.com/office/drawing/2014/main" id="{C1EA0ADF-A34F-6B11-471B-4AB846412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5641" y="2543175"/>
            <a:ext cx="3276600" cy="8858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02F2387-57D3-CD42-1704-1D208F2727C3}"/>
              </a:ext>
            </a:extLst>
          </p:cNvPr>
          <p:cNvSpPr txBox="1"/>
          <p:nvPr/>
        </p:nvSpPr>
        <p:spPr>
          <a:xfrm>
            <a:off x="2662646" y="3624088"/>
            <a:ext cx="20639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/>
              <a:t>🥹</a:t>
            </a:r>
            <a:endParaRPr lang="LID4096" sz="8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B9FF41-4E43-BE73-39D6-5740DDF237F5}"/>
              </a:ext>
            </a:extLst>
          </p:cNvPr>
          <p:cNvSpPr txBox="1"/>
          <p:nvPr/>
        </p:nvSpPr>
        <p:spPr>
          <a:xfrm>
            <a:off x="8064138" y="3624088"/>
            <a:ext cx="20639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/>
              <a:t>😎</a:t>
            </a:r>
            <a:endParaRPr lang="LID4096" sz="8800" dirty="0"/>
          </a:p>
        </p:txBody>
      </p:sp>
    </p:spTree>
    <p:extLst>
      <p:ext uri="{BB962C8B-B14F-4D97-AF65-F5344CB8AC3E}">
        <p14:creationId xmlns:p14="http://schemas.microsoft.com/office/powerpoint/2010/main" val="210768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9903-3E2A-FC15-0D0E-3400B008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42BBD-E1C0-6F48-802C-E03D71CA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我的方案</a:t>
            </a:r>
            <a:br>
              <a:rPr lang="en-US" altLang="zh-CN" dirty="0"/>
            </a:br>
            <a:r>
              <a:rPr lang="zh-CN" altLang="en-US" b="0" dirty="0"/>
              <a:t>模型架构</a:t>
            </a:r>
            <a:endParaRPr lang="LID4096" b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26A08B-6FCF-EEC9-D219-6FF6420D3D26}"/>
              </a:ext>
            </a:extLst>
          </p:cNvPr>
          <p:cNvSpPr txBox="1"/>
          <p:nvPr/>
        </p:nvSpPr>
        <p:spPr>
          <a:xfrm>
            <a:off x="2821481" y="2682315"/>
            <a:ext cx="1032510" cy="52322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1x1 Conv</a:t>
            </a:r>
          </a:p>
          <a:p>
            <a:pPr algn="ctr"/>
            <a:r>
              <a:rPr lang="en-US" sz="1400" dirty="0" err="1"/>
              <a:t>Proj</a:t>
            </a:r>
            <a:endParaRPr lang="LID4096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59B4D6-494C-7422-4639-E1C5724FA87D}"/>
              </a:ext>
            </a:extLst>
          </p:cNvPr>
          <p:cNvSpPr txBox="1"/>
          <p:nvPr/>
        </p:nvSpPr>
        <p:spPr>
          <a:xfrm>
            <a:off x="4172106" y="2684845"/>
            <a:ext cx="1213720" cy="52322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Stem</a:t>
            </a:r>
          </a:p>
          <a:p>
            <a:pPr algn="ctr"/>
            <a:r>
              <a:rPr lang="en-US" sz="1400" dirty="0" err="1"/>
              <a:t>ConvBlock</a:t>
            </a:r>
            <a:endParaRPr lang="LID4096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78F5EF-2FEF-4284-9DE8-51F1B35F9A91}"/>
              </a:ext>
            </a:extLst>
          </p:cNvPr>
          <p:cNvSpPr txBox="1"/>
          <p:nvPr/>
        </p:nvSpPr>
        <p:spPr>
          <a:xfrm>
            <a:off x="3695838" y="5080804"/>
            <a:ext cx="1497495" cy="52322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1x1</a:t>
            </a:r>
            <a:r>
              <a:rPr lang="zh-CN" altLang="en-US" sz="1400" dirty="0"/>
              <a:t> </a:t>
            </a:r>
            <a:r>
              <a:rPr lang="en-US" altLang="zh-CN" sz="1400" dirty="0"/>
              <a:t>Conv</a:t>
            </a:r>
            <a:r>
              <a:rPr lang="zh-CN" altLang="en-US" sz="1400" dirty="0"/>
              <a:t> </a:t>
            </a:r>
            <a:r>
              <a:rPr lang="en-US" altLang="zh-CN" sz="1400" dirty="0"/>
              <a:t>Head</a:t>
            </a:r>
          </a:p>
          <a:p>
            <a:pPr algn="ctr"/>
            <a:r>
              <a:rPr lang="en-US" sz="1400" dirty="0"/>
              <a:t>4 logits</a:t>
            </a:r>
            <a:endParaRPr lang="LID4096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F0F759-D73F-472F-FB4A-672D4C21FCB3}"/>
              </a:ext>
            </a:extLst>
          </p:cNvPr>
          <p:cNvSpPr txBox="1"/>
          <p:nvPr/>
        </p:nvSpPr>
        <p:spPr>
          <a:xfrm>
            <a:off x="5761977" y="1982239"/>
            <a:ext cx="1761741" cy="5232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Enc0</a:t>
            </a:r>
          </a:p>
          <a:p>
            <a:pPr algn="ctr"/>
            <a:r>
              <a:rPr lang="en-US" sz="1400" dirty="0" err="1"/>
              <a:t>Conv+MambaLite</a:t>
            </a:r>
            <a:endParaRPr lang="LID4096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22DADE2-7F24-06B0-0F67-A7D26BE16478}"/>
              </a:ext>
            </a:extLst>
          </p:cNvPr>
          <p:cNvSpPr txBox="1"/>
          <p:nvPr/>
        </p:nvSpPr>
        <p:spPr>
          <a:xfrm>
            <a:off x="5747171" y="5080804"/>
            <a:ext cx="1648641" cy="5232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Up0+Skip e0</a:t>
            </a:r>
          </a:p>
          <a:p>
            <a:pPr algn="ctr"/>
            <a:r>
              <a:rPr lang="en-US" sz="1400" dirty="0" err="1"/>
              <a:t>Upsample+Fuse</a:t>
            </a:r>
            <a:endParaRPr lang="LID4096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ACD232-A1C8-C867-9313-34DE5F9767FE}"/>
              </a:ext>
            </a:extLst>
          </p:cNvPr>
          <p:cNvSpPr txBox="1"/>
          <p:nvPr/>
        </p:nvSpPr>
        <p:spPr>
          <a:xfrm>
            <a:off x="7852306" y="1874517"/>
            <a:ext cx="1619794" cy="73866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Downsample</a:t>
            </a:r>
            <a:r>
              <a:rPr lang="en-US" sz="1400" dirty="0"/>
              <a:t> x4</a:t>
            </a:r>
          </a:p>
          <a:p>
            <a:pPr algn="ctr"/>
            <a:r>
              <a:rPr lang="en-US" sz="1400" dirty="0"/>
              <a:t>Enc1 Conv+</a:t>
            </a:r>
          </a:p>
          <a:p>
            <a:pPr algn="ctr"/>
            <a:r>
              <a:rPr lang="en-US" sz="1400" dirty="0"/>
              <a:t>Conformer 2D</a:t>
            </a:r>
            <a:endParaRPr lang="LID4096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683BFA-39A0-BF83-C8AB-FFE75A34D32C}"/>
              </a:ext>
            </a:extLst>
          </p:cNvPr>
          <p:cNvSpPr txBox="1"/>
          <p:nvPr/>
        </p:nvSpPr>
        <p:spPr>
          <a:xfrm>
            <a:off x="9952301" y="1874517"/>
            <a:ext cx="1619795" cy="73866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Downsample</a:t>
            </a:r>
            <a:r>
              <a:rPr lang="en-US" sz="1400" dirty="0"/>
              <a:t> x4</a:t>
            </a:r>
          </a:p>
          <a:p>
            <a:pPr algn="ctr"/>
            <a:r>
              <a:rPr lang="en-US" sz="1400" dirty="0"/>
              <a:t>Enc2 Conv+</a:t>
            </a:r>
          </a:p>
          <a:p>
            <a:pPr algn="ctr"/>
            <a:r>
              <a:rPr lang="en-US" sz="1400" dirty="0" err="1"/>
              <a:t>MambaLite</a:t>
            </a:r>
            <a:r>
              <a:rPr lang="en-US" sz="1400" dirty="0"/>
              <a:t> 4D</a:t>
            </a:r>
            <a:endParaRPr lang="LID4096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874710-C032-04B4-B9E9-1F05F307FC46}"/>
              </a:ext>
            </a:extLst>
          </p:cNvPr>
          <p:cNvSpPr txBox="1"/>
          <p:nvPr/>
        </p:nvSpPr>
        <p:spPr>
          <a:xfrm>
            <a:off x="8820948" y="3352004"/>
            <a:ext cx="1619795" cy="73866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Downsample</a:t>
            </a:r>
            <a:r>
              <a:rPr lang="en-US" sz="1400" dirty="0"/>
              <a:t> x4</a:t>
            </a:r>
          </a:p>
          <a:p>
            <a:pPr algn="ctr"/>
            <a:r>
              <a:rPr lang="en-US" altLang="zh-CN" sz="1400" dirty="0"/>
              <a:t>Bottleneck</a:t>
            </a:r>
          </a:p>
          <a:p>
            <a:pPr algn="ctr"/>
            <a:r>
              <a:rPr lang="en-US" sz="1400" dirty="0"/>
              <a:t>Conformer 4D</a:t>
            </a:r>
            <a:endParaRPr lang="LID4096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D3CCB0-58DA-9B4F-356E-AA0F15BDE872}"/>
              </a:ext>
            </a:extLst>
          </p:cNvPr>
          <p:cNvSpPr txBox="1"/>
          <p:nvPr/>
        </p:nvSpPr>
        <p:spPr>
          <a:xfrm>
            <a:off x="7852306" y="5080804"/>
            <a:ext cx="1619794" cy="5232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Up1+Skip e1</a:t>
            </a:r>
          </a:p>
          <a:p>
            <a:pPr algn="ctr"/>
            <a:r>
              <a:rPr lang="en-US" sz="1400" dirty="0" err="1"/>
              <a:t>Upsample+Fuse</a:t>
            </a:r>
            <a:endParaRPr lang="LID4096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C0530C-D9E4-C58E-32EC-B8B05E906176}"/>
              </a:ext>
            </a:extLst>
          </p:cNvPr>
          <p:cNvSpPr txBox="1"/>
          <p:nvPr/>
        </p:nvSpPr>
        <p:spPr>
          <a:xfrm>
            <a:off x="9952301" y="5085819"/>
            <a:ext cx="1644768" cy="5232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Up2+Skip e2</a:t>
            </a:r>
          </a:p>
          <a:p>
            <a:pPr algn="ctr"/>
            <a:r>
              <a:rPr lang="en-US" sz="1400" dirty="0" err="1"/>
              <a:t>Upsample+Fuse</a:t>
            </a:r>
            <a:endParaRPr lang="LID4096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022547-FBDD-1345-5FEA-BBA05AACF238}"/>
              </a:ext>
            </a:extLst>
          </p:cNvPr>
          <p:cNvSpPr txBox="1"/>
          <p:nvPr/>
        </p:nvSpPr>
        <p:spPr>
          <a:xfrm>
            <a:off x="1281321" y="5188525"/>
            <a:ext cx="1755845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Outputs per step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33BAE5-D44F-DC38-C81C-DD74B0D06006}"/>
              </a:ext>
            </a:extLst>
          </p:cNvPr>
          <p:cNvSpPr txBox="1"/>
          <p:nvPr/>
        </p:nvSpPr>
        <p:spPr>
          <a:xfrm>
            <a:off x="1101725" y="2690125"/>
            <a:ext cx="1310125" cy="523220"/>
          </a:xfrm>
          <a:prstGeom prst="rect">
            <a:avLst/>
          </a:prstGeom>
          <a:ln cap="rnd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310125"/>
                      <a:gd name="connsiteY0" fmla="*/ 0 h 523220"/>
                      <a:gd name="connsiteX1" fmla="*/ 681265 w 1310125"/>
                      <a:gd name="connsiteY1" fmla="*/ 0 h 523220"/>
                      <a:gd name="connsiteX2" fmla="*/ 1310125 w 1310125"/>
                      <a:gd name="connsiteY2" fmla="*/ 0 h 523220"/>
                      <a:gd name="connsiteX3" fmla="*/ 1310125 w 1310125"/>
                      <a:gd name="connsiteY3" fmla="*/ 523220 h 523220"/>
                      <a:gd name="connsiteX4" fmla="*/ 668164 w 1310125"/>
                      <a:gd name="connsiteY4" fmla="*/ 523220 h 523220"/>
                      <a:gd name="connsiteX5" fmla="*/ 0 w 1310125"/>
                      <a:gd name="connsiteY5" fmla="*/ 523220 h 523220"/>
                      <a:gd name="connsiteX6" fmla="*/ 0 w 1310125"/>
                      <a:gd name="connsiteY6" fmla="*/ 0 h 5232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10125" h="523220" fill="none" extrusionOk="0">
                        <a:moveTo>
                          <a:pt x="0" y="0"/>
                        </a:moveTo>
                        <a:cubicBezTo>
                          <a:pt x="288900" y="-24603"/>
                          <a:pt x="463330" y="-12204"/>
                          <a:pt x="681265" y="0"/>
                        </a:cubicBezTo>
                        <a:cubicBezTo>
                          <a:pt x="899200" y="12204"/>
                          <a:pt x="1168625" y="9234"/>
                          <a:pt x="1310125" y="0"/>
                        </a:cubicBezTo>
                        <a:cubicBezTo>
                          <a:pt x="1314827" y="237565"/>
                          <a:pt x="1318960" y="274067"/>
                          <a:pt x="1310125" y="523220"/>
                        </a:cubicBezTo>
                        <a:cubicBezTo>
                          <a:pt x="1106194" y="505020"/>
                          <a:pt x="963888" y="495750"/>
                          <a:pt x="668164" y="523220"/>
                        </a:cubicBezTo>
                        <a:cubicBezTo>
                          <a:pt x="372440" y="550690"/>
                          <a:pt x="249370" y="532565"/>
                          <a:pt x="0" y="523220"/>
                        </a:cubicBezTo>
                        <a:cubicBezTo>
                          <a:pt x="18888" y="406491"/>
                          <a:pt x="-4114" y="232988"/>
                          <a:pt x="0" y="0"/>
                        </a:cubicBezTo>
                        <a:close/>
                      </a:path>
                      <a:path w="1310125" h="523220" stroke="0" extrusionOk="0">
                        <a:moveTo>
                          <a:pt x="0" y="0"/>
                        </a:moveTo>
                        <a:cubicBezTo>
                          <a:pt x="283552" y="15729"/>
                          <a:pt x="339105" y="7023"/>
                          <a:pt x="641961" y="0"/>
                        </a:cubicBezTo>
                        <a:cubicBezTo>
                          <a:pt x="944817" y="-7023"/>
                          <a:pt x="1050792" y="-14044"/>
                          <a:pt x="1310125" y="0"/>
                        </a:cubicBezTo>
                        <a:cubicBezTo>
                          <a:pt x="1288835" y="234827"/>
                          <a:pt x="1316643" y="416135"/>
                          <a:pt x="1310125" y="523220"/>
                        </a:cubicBezTo>
                        <a:cubicBezTo>
                          <a:pt x="1081814" y="551124"/>
                          <a:pt x="832407" y="509294"/>
                          <a:pt x="655063" y="523220"/>
                        </a:cubicBezTo>
                        <a:cubicBezTo>
                          <a:pt x="477719" y="537146"/>
                          <a:pt x="132771" y="513256"/>
                          <a:pt x="0" y="523220"/>
                        </a:cubicBezTo>
                        <a:cubicBezTo>
                          <a:pt x="10330" y="391675"/>
                          <a:pt x="-1194" y="23916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Input Window</a:t>
            </a:r>
          </a:p>
          <a:p>
            <a:pPr algn="ctr"/>
            <a:r>
              <a:rPr lang="en-US" sz="1400" dirty="0" err="1"/>
              <a:t>TxF</a:t>
            </a:r>
            <a:r>
              <a:rPr lang="en-US" sz="1400" dirty="0"/>
              <a:t> features</a:t>
            </a:r>
            <a:endParaRPr lang="LID4096" sz="14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F9A6BD5-EBB9-5691-3373-4CC2C3AEFA2A}"/>
              </a:ext>
            </a:extLst>
          </p:cNvPr>
          <p:cNvCxnSpPr>
            <a:cxnSpLocks/>
            <a:stCxn id="22" idx="3"/>
            <a:endCxn id="7" idx="1"/>
          </p:cNvCxnSpPr>
          <p:nvPr/>
        </p:nvCxnSpPr>
        <p:spPr>
          <a:xfrm flipV="1">
            <a:off x="2411850" y="2943925"/>
            <a:ext cx="409631" cy="781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FFD56D6-03FF-2281-DCEB-BD44833E15D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853991" y="2943925"/>
            <a:ext cx="318115" cy="253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2883D20-11FB-AE3A-AF05-F870110FF32C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5385826" y="2243849"/>
            <a:ext cx="376151" cy="7026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D20BC85-B2F4-8BD2-C15B-16D31AFC633F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7523718" y="2243849"/>
            <a:ext cx="32858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E8CD7AC-FB00-7FB3-5670-5635B5115BED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9472100" y="2243849"/>
            <a:ext cx="48020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577B3E5-18D0-C430-B33A-8539BB8C9E7A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9630846" y="2613181"/>
            <a:ext cx="1131353" cy="73882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AC6A8A9-C7ED-5108-3F00-46D4B5B1A3B1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9630846" y="4090668"/>
            <a:ext cx="1143839" cy="9951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63A1143D-A29F-6B92-1FA8-7E47B95CB593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>
          <a:xfrm flipH="1" flipV="1">
            <a:off x="9472100" y="5342414"/>
            <a:ext cx="480201" cy="50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873DCC8-4661-50FE-ADAA-25DE71154542}"/>
              </a:ext>
            </a:extLst>
          </p:cNvPr>
          <p:cNvCxnSpPr>
            <a:cxnSpLocks/>
            <a:stCxn id="19" idx="1"/>
            <a:endCxn id="13" idx="3"/>
          </p:cNvCxnSpPr>
          <p:nvPr/>
        </p:nvCxnSpPr>
        <p:spPr>
          <a:xfrm flipH="1">
            <a:off x="7395812" y="5342414"/>
            <a:ext cx="45649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C382FFA-808B-66EB-FC5B-F2E817DD6837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5193333" y="5342414"/>
            <a:ext cx="553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E1A1F80-CABF-BDFD-96FC-339BE1F60D34}"/>
              </a:ext>
            </a:extLst>
          </p:cNvPr>
          <p:cNvCxnSpPr>
            <a:cxnSpLocks/>
            <a:stCxn id="10" idx="1"/>
            <a:endCxn id="21" idx="3"/>
          </p:cNvCxnSpPr>
          <p:nvPr/>
        </p:nvCxnSpPr>
        <p:spPr>
          <a:xfrm flipH="1">
            <a:off x="3037166" y="5342414"/>
            <a:ext cx="6586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A2DFF27-1676-A1A3-BA24-994B7331986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6571492" y="2505459"/>
            <a:ext cx="71356" cy="25753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E5669E2-9095-57D1-72D6-2815E66E7F28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>
            <a:off x="8662203" y="2613181"/>
            <a:ext cx="0" cy="246762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091E9B57-67E6-141B-1614-E09ACA051BB7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10762199" y="2613181"/>
            <a:ext cx="12486" cy="247263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93DB8A65-4E7B-5BC0-FA19-C8D86002236D}"/>
              </a:ext>
            </a:extLst>
          </p:cNvPr>
          <p:cNvSpPr txBox="1"/>
          <p:nvPr/>
        </p:nvSpPr>
        <p:spPr>
          <a:xfrm>
            <a:off x="6588239" y="3601748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skip e0</a:t>
            </a:r>
            <a:endParaRPr lang="LID4096" sz="1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08EE4336-00CB-2670-B577-1FB467BBCEAC}"/>
              </a:ext>
            </a:extLst>
          </p:cNvPr>
          <p:cNvSpPr txBox="1"/>
          <p:nvPr/>
        </p:nvSpPr>
        <p:spPr>
          <a:xfrm>
            <a:off x="7899028" y="3639242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skip e1</a:t>
            </a:r>
            <a:endParaRPr lang="LID4096" sz="1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F7E3EBC7-0692-C590-AA6E-DD967A019B63}"/>
              </a:ext>
            </a:extLst>
          </p:cNvPr>
          <p:cNvSpPr txBox="1"/>
          <p:nvPr/>
        </p:nvSpPr>
        <p:spPr>
          <a:xfrm>
            <a:off x="10761691" y="3569486"/>
            <a:ext cx="7521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skip e2</a:t>
            </a:r>
            <a:endParaRPr lang="LID4096" sz="14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5" name="图形 14" descr="typst: #set page(width: auto, height: auto, margin:5pt)&#10;#import &quot;@preview/physica:0.9.8&quot;:*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15pt, font:(en-font-sans, cn-font-sans))&#10;&#10;$&#10;z_(b,t) ^(&quot;onset&quot;) quad&#10;z_(b,t)^(&quot;wakeup&quot;) \&#10;z_(b,t)^(&quot;sleep&quot;) quad&#10;z_(b,t)^(&quot;invalid&quot;)&#10;$&#10;">
            <a:extLst>
              <a:ext uri="{FF2B5EF4-FFF2-40B4-BE49-F238E27FC236}">
                <a16:creationId xmlns:a16="http://schemas.microsoft.com/office/drawing/2014/main" id="{AB3D068E-8903-AEBC-C9A0-4237F869B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6410" y="5694565"/>
            <a:ext cx="12763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41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1EB03-6DEA-EB7C-69A8-E2287782A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D0149-46AC-96B8-49D1-55659D79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我的方案</a:t>
            </a:r>
            <a:br>
              <a:rPr lang="en-US" altLang="zh-CN" dirty="0"/>
            </a:br>
            <a:r>
              <a:rPr lang="zh-CN" altLang="en-US" b="0" dirty="0"/>
              <a:t>损失函数</a:t>
            </a:r>
            <a:endParaRPr lang="LID4096" b="0" dirty="0"/>
          </a:p>
        </p:txBody>
      </p:sp>
      <p:pic>
        <p:nvPicPr>
          <p:cNvPr id="4" name="图形 3" descr="typst: #set page(width: auto, height: auto, margin:5pt)&#10;#import &quot;@preview/physica:0.9.8&quot;:*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20pt, font:(en-font-sans, cn-font-sans))&#10;&#10;&#10;$&#10;cal(L)_(&quot;CE&quot;) = -[y log(p) + (1-y) log(1-p)] &#10;$">
            <a:extLst>
              <a:ext uri="{FF2B5EF4-FFF2-40B4-BE49-F238E27FC236}">
                <a16:creationId xmlns:a16="http://schemas.microsoft.com/office/drawing/2014/main" id="{B5EA712B-E12D-3F7B-C097-79CCF01B7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2031" y="2158608"/>
            <a:ext cx="4276725" cy="381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77FA056-683A-B937-8E77-F4DE7523BE03}"/>
              </a:ext>
            </a:extLst>
          </p:cNvPr>
          <p:cNvSpPr txBox="1"/>
          <p:nvPr/>
        </p:nvSpPr>
        <p:spPr>
          <a:xfrm>
            <a:off x="6798756" y="2158608"/>
            <a:ext cx="3529132" cy="380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太多负样本了，模型会过于保守</a:t>
            </a:r>
            <a:endParaRPr lang="LID4096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77B56F-B9DB-D0B1-84F3-29F2AB98F2DC}"/>
              </a:ext>
            </a:extLst>
          </p:cNvPr>
          <p:cNvSpPr txBox="1"/>
          <p:nvPr/>
        </p:nvSpPr>
        <p:spPr>
          <a:xfrm>
            <a:off x="9159114" y="2709206"/>
            <a:ext cx="1911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关注难样本</a:t>
            </a:r>
            <a:endParaRPr lang="LID4096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图形 10" descr="typst: #set page(width: auto, height: auto, margin:5pt)&#10;#import &quot;@preview/physica:0.9.8&quot;:*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20pt, font:(en-font-sans, cn-font-sans))&#10;&#10;&#10;$&#10;cal(L)&amp;=cal(L)_(&quot;event&quot;)+lambda_1 cal(L)_(&quot;sleep&quot;)+lambda_2 cal(L)_(&quot;boundary&quot;) \&#10;cal(L)_(&quot;event&quot;)&amp;=cal(L)_(&quot;onset&quot;)+ cal(L)_(&quot;wakeup&quot;)   &#10;$">
            <a:extLst>
              <a:ext uri="{FF2B5EF4-FFF2-40B4-BE49-F238E27FC236}">
                <a16:creationId xmlns:a16="http://schemas.microsoft.com/office/drawing/2014/main" id="{D74E6421-1A99-3BE7-5DC4-B0827E23D4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86004" y="3231640"/>
            <a:ext cx="4305300" cy="838200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F033F946-7C29-BF41-818B-D1F26D93B7AA}"/>
              </a:ext>
            </a:extLst>
          </p:cNvPr>
          <p:cNvGrpSpPr/>
          <p:nvPr/>
        </p:nvGrpSpPr>
        <p:grpSpPr>
          <a:xfrm>
            <a:off x="2488685" y="4097002"/>
            <a:ext cx="5819775" cy="857250"/>
            <a:chOff x="1637859" y="4511121"/>
            <a:chExt cx="5819775" cy="857250"/>
          </a:xfrm>
        </p:grpSpPr>
        <p:pic>
          <p:nvPicPr>
            <p:cNvPr id="17" name="图形 16" descr="typst: #set page(width: auto, height: auto, margin:5pt)&#10;#import &quot;@preview/physica:0.9.8&quot;:*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18pt, font:(en-font-sans, cn-font-sans))&#10;&#10;$&#10;cal(L)_(&quot;sleep&quot;)=frac(&#10;  sum_(b=1)^(B) sum_(t=1)^(T) m_(b,t)^(&quot;sl&quot;) cal(L)_(&quot;CE&quot;)(sigma(z_(b,t)^(&quot;sl&quot;)), y_(b,t)^(&quot;sleep&quot;) ),&#10;   max(sum_(b=1)^(B) sum_(t=1)^(T) m_(b,t)^(&quot;sl&quot;), 1)&#10;), m_(b,t)^(&quot;sl&quot;) in lr({0,1})  &#10;$&#10;">
              <a:extLst>
                <a:ext uri="{FF2B5EF4-FFF2-40B4-BE49-F238E27FC236}">
                  <a16:creationId xmlns:a16="http://schemas.microsoft.com/office/drawing/2014/main" id="{866D984F-81E4-BBF7-FDD3-ADB55478C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37859" y="4511121"/>
              <a:ext cx="5819775" cy="857250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CE85958-C1BD-8E69-EB65-D938EDC035D7}"/>
                </a:ext>
              </a:extLst>
            </p:cNvPr>
            <p:cNvSpPr/>
            <p:nvPr/>
          </p:nvSpPr>
          <p:spPr>
            <a:xfrm>
              <a:off x="4120553" y="4560562"/>
              <a:ext cx="1874873" cy="360041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811FBBD-8C36-4006-3792-D34857D9B149}"/>
              </a:ext>
            </a:extLst>
          </p:cNvPr>
          <p:cNvGrpSpPr/>
          <p:nvPr/>
        </p:nvGrpSpPr>
        <p:grpSpPr>
          <a:xfrm>
            <a:off x="2214208" y="5103798"/>
            <a:ext cx="8534400" cy="857250"/>
            <a:chOff x="1314922" y="5423670"/>
            <a:chExt cx="8534400" cy="857250"/>
          </a:xfrm>
        </p:grpSpPr>
        <p:pic>
          <p:nvPicPr>
            <p:cNvPr id="19" name="图形 18" descr="typst: #set page(width: auto, height: auto, margin:5pt)&#10;#import &quot;@preview/physica:0.9.8&quot;:*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18pt, font:(en-font-sans, cn-font-sans))&#10;&#10;&#10;$&#10;cal(L)_(&quot;boundary&quot;)=frac(sum_(b=1)^(B) sum_(t=2)^(T) m_(b,t)^(&quot;valid&quot;) dot &quot;ReLU&quot;(abs(p_(b,t)^(&quot;sl&quot;)-p_(b,t-1)^(&quot;sl&quot;)    )-max(p_(b,t)^(&quot;on&quot;), p_(b,t)^(&quot;wu&quot;)))  ,max(sum_(b=1)^(B) sum_(t=2)^(T) m_(b,t)^(&quot;valid&quot;), 1)), m_(b,t)^(&quot;valid&quot;) in lr({0,1})&#10;$&#10;">
              <a:extLst>
                <a:ext uri="{FF2B5EF4-FFF2-40B4-BE49-F238E27FC236}">
                  <a16:creationId xmlns:a16="http://schemas.microsoft.com/office/drawing/2014/main" id="{DAEF3ED9-8EBD-33EA-A0EE-615A8F7B4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14922" y="5423670"/>
              <a:ext cx="8534400" cy="857250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34BF2F2-A63A-61CC-C6D4-FC4ECEE66E90}"/>
                </a:ext>
              </a:extLst>
            </p:cNvPr>
            <p:cNvSpPr/>
            <p:nvPr/>
          </p:nvSpPr>
          <p:spPr>
            <a:xfrm>
              <a:off x="4378752" y="5450832"/>
              <a:ext cx="3896190" cy="360041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657E754-9FFA-363C-CA68-900135B412B4}"/>
              </a:ext>
            </a:extLst>
          </p:cNvPr>
          <p:cNvGrpSpPr/>
          <p:nvPr/>
        </p:nvGrpSpPr>
        <p:grpSpPr>
          <a:xfrm>
            <a:off x="2386004" y="2709206"/>
            <a:ext cx="6562725" cy="381000"/>
            <a:chOff x="1501832" y="2354025"/>
            <a:chExt cx="6562725" cy="3810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1ECECB4-A4C9-9029-5C46-61DBE030DFF7}"/>
                </a:ext>
              </a:extLst>
            </p:cNvPr>
            <p:cNvSpPr/>
            <p:nvPr/>
          </p:nvSpPr>
          <p:spPr>
            <a:xfrm>
              <a:off x="3105937" y="2364505"/>
              <a:ext cx="871032" cy="360041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pic>
          <p:nvPicPr>
            <p:cNvPr id="23" name="图形 22" descr="typst: #set page(width: auto, height: auto, margin:5pt)&#10;#import &quot;@preview/physica:0.9.8&quot;:*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20pt, font:(en-font-sans, cn-font-sans))&#10;&#10;$&#10;cal(L)_(&quot;Focal&quot;) &amp;= - [alpha y (1-p)^(gamma) log(p) + (1-alpha)(1-y)p^(gamma) log(1-p)] &#10;$&#10;">
              <a:extLst>
                <a:ext uri="{FF2B5EF4-FFF2-40B4-BE49-F238E27FC236}">
                  <a16:creationId xmlns:a16="http://schemas.microsoft.com/office/drawing/2014/main" id="{D099322F-F033-9A85-DD74-4D7C71CE3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501832" y="2354025"/>
              <a:ext cx="6562725" cy="381000"/>
            </a:xfrm>
            <a:prstGeom prst="rect">
              <a:avLst/>
            </a:prstGeom>
          </p:spPr>
        </p:pic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B4F2F65-92E5-9DBD-CED5-D976BBFEEE12}"/>
                </a:ext>
              </a:extLst>
            </p:cNvPr>
            <p:cNvSpPr/>
            <p:nvPr/>
          </p:nvSpPr>
          <p:spPr>
            <a:xfrm>
              <a:off x="6507859" y="2364505"/>
              <a:ext cx="285907" cy="360041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4094148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45CF-B8A2-A173-BA14-949A7D4A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1EA58-A4A2-4D19-E85A-FC057AFA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我的方案</a:t>
            </a:r>
            <a:br>
              <a:rPr lang="en-US" altLang="zh-CN" dirty="0"/>
            </a:br>
            <a:r>
              <a:rPr lang="zh-CN" altLang="en-US" b="0" dirty="0"/>
              <a:t>后处理方法</a:t>
            </a:r>
            <a:endParaRPr lang="LID4096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E07195-AD3F-E86D-D7C4-6B050B54E661}"/>
              </a:ext>
            </a:extLst>
          </p:cNvPr>
          <p:cNvSpPr txBox="1"/>
          <p:nvPr/>
        </p:nvSpPr>
        <p:spPr>
          <a:xfrm>
            <a:off x="1616596" y="2453833"/>
            <a:ext cx="89588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概率平滑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峰值检测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峰值间距限制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置信度 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score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的计算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阈值过滤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每条序列最大事件数限制</a:t>
            </a:r>
            <a:endParaRPr lang="LID4096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图形 7" descr="typst: #set page(width: auto, height: auto, margin:5pt)&#10;#import &quot;@preview/physica:0.9.8&quot;:*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20pt, font:(en-font-sans, cn-font-sans))&#10;&#10;&#10;$&#10;s_e(t)=alpha tilde(p_e)(t)+(1-alpha) &quot;Mass&quot;_(e)(t) - beta p_(&quot;invalid&quot;)(t)  &#10;$&#10;">
            <a:extLst>
              <a:ext uri="{FF2B5EF4-FFF2-40B4-BE49-F238E27FC236}">
                <a16:creationId xmlns:a16="http://schemas.microsoft.com/office/drawing/2014/main" id="{0DC6B8B6-035F-7877-105F-482C9B399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999" y="4037784"/>
            <a:ext cx="509587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75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3AAD-C6BD-29AB-069C-C7E14E120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A376F-DC32-B39A-01BB-50E2FD784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我的方案</a:t>
            </a:r>
            <a:br>
              <a:rPr lang="en-US" altLang="zh-CN" dirty="0"/>
            </a:br>
            <a:r>
              <a:rPr lang="zh-CN" altLang="en-US" b="0" dirty="0"/>
              <a:t>改良方法</a:t>
            </a:r>
            <a:endParaRPr lang="LID4096" b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87C050-1761-C4D2-4A3B-35C13B6FAA6D}"/>
              </a:ext>
            </a:extLst>
          </p:cNvPr>
          <p:cNvSpPr txBox="1"/>
          <p:nvPr/>
        </p:nvSpPr>
        <p:spPr>
          <a:xfrm>
            <a:off x="1616596" y="2442259"/>
            <a:ext cx="89588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Event-focused Sampling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损失函数改良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后处理调参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模型规模实验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模型融合实验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Pair Filter </a:t>
            </a: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实验</a:t>
            </a:r>
            <a:endParaRPr lang="LID4096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284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AF3FA-EC88-6C8A-6D5A-0BD406D1A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A18E2-82EA-0A69-7E7F-8FCD945C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LID4096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EE3F6-581A-2BB8-0D6E-8B17184C0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313" y="1880477"/>
            <a:ext cx="3201052" cy="3593591"/>
          </a:xfrm>
        </p:spPr>
        <p:txBody>
          <a:bodyPr/>
          <a:lstStyle/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背景介绍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任务分析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4800" dirty="0">
                <a:solidFill>
                  <a:schemeClr val="bg1">
                    <a:lumMod val="75000"/>
                  </a:schemeClr>
                </a:solidFill>
              </a:rPr>
              <a:t>我的方案</a:t>
            </a:r>
            <a:endParaRPr lang="en-US" altLang="zh-CN" sz="48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zh-CN" altLang="en-US" sz="4800" b="1" dirty="0"/>
              <a:t>实验结果</a:t>
            </a:r>
            <a:endParaRPr lang="en-US" altLang="zh-CN" sz="4800" b="1" dirty="0"/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91812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C6ED-1610-62F7-6CCD-B0960EE4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E7B17-1FEC-6B6C-BE54-81251F27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实验结果</a:t>
            </a:r>
            <a:br>
              <a:rPr lang="en-US" altLang="zh-CN" dirty="0"/>
            </a:br>
            <a:r>
              <a:rPr lang="zh-CN" altLang="en-US" b="0" dirty="0"/>
              <a:t>实验数据</a:t>
            </a:r>
            <a:endParaRPr lang="LID4096" b="0" dirty="0"/>
          </a:p>
        </p:txBody>
      </p:sp>
      <p:pic>
        <p:nvPicPr>
          <p:cNvPr id="7" name="内容占位符 6" descr="typst: #set page(width: auto, height: auto, margin:5pt)&#10;#import &quot;@preview/physica:0.9.8&quot;:*&#10;#let cn-font-serif = &quot;Source Han Serif SC&quot;  // 思源宋体&#10;#let en-font-serif = &quot;New Computer Modern&quot;&#10;#let cn-font-sans = &quot;Source Han Sans SC&quot;  // 思源黑体&#10;#let en-font-sans = &quot;New Computer Modern Sans&quot;&#10;#let en-font-mono = &quot;Consolas Nerd Font&quot;&#10;#let cn-kaiti = &quot;LXGW WenKai&quot; // 霞鹜文楷&#10;#let cn-kaiti-mono = &quot;LXGW WenKai Mono&quot;&#10;#set text(size: 20pt, font:(en-font-sans, cn-font-sans))&#10;&#10;&#10;#table(&#10; columns:4,&#10; stroke:none,&#10; table.hline(stroke:2pt),&#10; [实验], [Private], [Public], [结论],&#10; table.hline(stroke:1pt),&#10; [small first run], [0.411], [0.363], [跑通 baseline],&#10;  [medium plus 2 fold], [0.605], [0.534], [最佳稳定版本],&#10;  [large 2 fold], [0.552], [0.484], [大模型没有提升],&#10;  [medium plus 3 model ensemble], [0.597], [0.517], [简单融合无效],&#10;  [event plus focal loss], [0.597], [0.543], [Public 提升，Private 略降],&#10;  table.hline(stroke:2pt)&#10;)">
            <a:extLst>
              <a:ext uri="{FF2B5EF4-FFF2-40B4-BE49-F238E27FC236}">
                <a16:creationId xmlns:a16="http://schemas.microsoft.com/office/drawing/2014/main" id="{F41E40DB-DAB9-74C4-CB7E-1B8D89474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677640"/>
            <a:ext cx="8229600" cy="2009775"/>
          </a:xfrm>
        </p:spPr>
      </p:pic>
    </p:spTree>
    <p:extLst>
      <p:ext uri="{BB962C8B-B14F-4D97-AF65-F5344CB8AC3E}">
        <p14:creationId xmlns:p14="http://schemas.microsoft.com/office/powerpoint/2010/main" val="2889787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9B5F-D99F-9D94-3EE5-C4DDE531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6185-31DC-F539-0A95-6F558A874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实验结果</a:t>
            </a:r>
            <a:br>
              <a:rPr lang="en-US" altLang="zh-CN" dirty="0"/>
            </a:br>
            <a:r>
              <a:rPr lang="zh-CN" altLang="en-US" b="0" dirty="0"/>
              <a:t>反思</a:t>
            </a:r>
            <a:endParaRPr lang="LID4096" b="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8911A6-16ED-143A-D1B1-926F75446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577" y="2882024"/>
            <a:ext cx="10178322" cy="3593591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模型不是越大越好</a:t>
            </a:r>
          </a:p>
          <a:p>
            <a:r>
              <a:rPr lang="zh-CN" altLang="en-US" sz="2800" dirty="0"/>
              <a:t>本地分数不一定完全代表榜单分数</a:t>
            </a:r>
          </a:p>
          <a:p>
            <a:r>
              <a:rPr lang="zh-CN" altLang="en-US" sz="2800" dirty="0"/>
              <a:t>做不同模型</a:t>
            </a:r>
            <a:r>
              <a:rPr lang="en-US" altLang="zh-CN" sz="2800" dirty="0"/>
              <a:t>/</a:t>
            </a:r>
            <a:r>
              <a:rPr lang="zh-CN" altLang="en-US" sz="2800" dirty="0"/>
              <a:t>不同窗口长度的融合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16494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7DD51-8C45-F4B4-CD10-FE876551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1430270"/>
            <a:ext cx="10178322" cy="3997459"/>
          </a:xfrm>
        </p:spPr>
        <p:txBody>
          <a:bodyPr>
            <a:noAutofit/>
          </a:bodyPr>
          <a:lstStyle/>
          <a:p>
            <a:pPr algn="ctr"/>
            <a:r>
              <a:rPr lang="en-US" sz="9600" dirty="0"/>
              <a:t>Thank </a:t>
            </a:r>
            <a:br>
              <a:rPr lang="en-US" sz="9600" dirty="0"/>
            </a:br>
            <a:r>
              <a:rPr lang="en-US" sz="9600" dirty="0"/>
              <a:t>you!</a:t>
            </a:r>
            <a:br>
              <a:rPr lang="en-US" sz="9600" dirty="0"/>
            </a:br>
            <a:r>
              <a:rPr lang="zh-CN" altLang="en-US" sz="9600" dirty="0"/>
              <a:t>🥳🎉</a:t>
            </a:r>
            <a:endParaRPr lang="LID4096" sz="9600" dirty="0"/>
          </a:p>
        </p:txBody>
      </p:sp>
    </p:spTree>
    <p:extLst>
      <p:ext uri="{BB962C8B-B14F-4D97-AF65-F5344CB8AC3E}">
        <p14:creationId xmlns:p14="http://schemas.microsoft.com/office/powerpoint/2010/main" val="3059932151"/>
      </p:ext>
    </p:extLst>
  </p:cSld>
  <p:clrMapOvr>
    <a:masterClrMapping/>
  </p:clrMapOvr>
</p:sld>
</file>

<file path=ppt/theme/theme1.xml><?xml version="1.0" encoding="utf-8"?>
<a:theme xmlns:a="http://schemas.openxmlformats.org/drawingml/2006/main" name="徽章">
  <a:themeElements>
    <a:clrScheme name="徽章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徽章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徽章</Template>
  <TotalTime>1014</TotalTime>
  <Words>1700</Words>
  <Application>Microsoft Office PowerPoint</Application>
  <PresentationFormat>宽屏</PresentationFormat>
  <Paragraphs>270</Paragraphs>
  <Slides>23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Calibri</vt:lpstr>
      <vt:lpstr>Consolas</vt:lpstr>
      <vt:lpstr>Gill Sans MT</vt:lpstr>
      <vt:lpstr>Wingdings</vt:lpstr>
      <vt:lpstr>徽章</vt:lpstr>
      <vt:lpstr>基于深度学习的 睡眠状态事件检测 </vt:lpstr>
      <vt:lpstr>目录</vt:lpstr>
      <vt:lpstr>目录</vt:lpstr>
      <vt:lpstr>背景介绍</vt:lpstr>
      <vt:lpstr>目录</vt:lpstr>
      <vt:lpstr>任务分析 数据集结构</vt:lpstr>
      <vt:lpstr>任务分析 数据集结构</vt:lpstr>
      <vt:lpstr>任务分析 数据集结构</vt:lpstr>
      <vt:lpstr>任务分析 数据集结构</vt:lpstr>
      <vt:lpstr>任务分析 数据集结构</vt:lpstr>
      <vt:lpstr>任务分析 评价指标</vt:lpstr>
      <vt:lpstr>目录</vt:lpstr>
      <vt:lpstr>我的方案 流程思路</vt:lpstr>
      <vt:lpstr>我的方案 特征工程</vt:lpstr>
      <vt:lpstr>我的方案 标签设计</vt:lpstr>
      <vt:lpstr>我的方案 模型架构</vt:lpstr>
      <vt:lpstr>我的方案 损失函数</vt:lpstr>
      <vt:lpstr>我的方案 后处理方法</vt:lpstr>
      <vt:lpstr>我的方案 改良方法</vt:lpstr>
      <vt:lpstr>目录</vt:lpstr>
      <vt:lpstr>实验结果 实验数据</vt:lpstr>
      <vt:lpstr>实验结果 反思</vt:lpstr>
      <vt:lpstr>Thank  you! 🥳🎉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育泉 孙</dc:creator>
  <cp:lastModifiedBy>育泉 孙</cp:lastModifiedBy>
  <cp:revision>16</cp:revision>
  <dcterms:created xsi:type="dcterms:W3CDTF">2026-06-23T08:13:03Z</dcterms:created>
  <dcterms:modified xsi:type="dcterms:W3CDTF">2026-06-24T16:26:04Z</dcterms:modified>
</cp:coreProperties>
</file>